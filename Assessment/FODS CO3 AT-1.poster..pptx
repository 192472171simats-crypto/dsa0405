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3716000" cy="9144000"/>
  <p:notesSz cx="13716000" cy="9144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586" y="6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28700" y="2834640"/>
            <a:ext cx="11658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57400" y="5120640"/>
            <a:ext cx="9601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85800" y="2103120"/>
            <a:ext cx="59664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063740" y="2103120"/>
            <a:ext cx="59664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3716000" cy="10262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3716000" cy="960119"/>
          </a:xfrm>
          <a:custGeom>
            <a:avLst/>
            <a:gdLst/>
            <a:ahLst/>
            <a:cxnLst/>
            <a:rect l="l" t="t" r="r" b="b"/>
            <a:pathLst>
              <a:path w="13716000" h="960119">
                <a:moveTo>
                  <a:pt x="13716000" y="0"/>
                </a:moveTo>
                <a:lnTo>
                  <a:pt x="0" y="0"/>
                </a:lnTo>
                <a:lnTo>
                  <a:pt x="0" y="960120"/>
                </a:lnTo>
                <a:lnTo>
                  <a:pt x="13716000" y="960120"/>
                </a:lnTo>
                <a:lnTo>
                  <a:pt x="13716000" y="0"/>
                </a:lnTo>
                <a:close/>
              </a:path>
            </a:pathLst>
          </a:custGeom>
          <a:solidFill>
            <a:srgbClr val="081F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3716000" cy="960119"/>
          </a:xfrm>
          <a:custGeom>
            <a:avLst/>
            <a:gdLst/>
            <a:ahLst/>
            <a:cxnLst/>
            <a:rect l="l" t="t" r="r" b="b"/>
            <a:pathLst>
              <a:path w="13716000" h="960119">
                <a:moveTo>
                  <a:pt x="0" y="0"/>
                </a:moveTo>
                <a:lnTo>
                  <a:pt x="13716000" y="0"/>
                </a:lnTo>
                <a:lnTo>
                  <a:pt x="13716000" y="960119"/>
                </a:lnTo>
                <a:lnTo>
                  <a:pt x="0" y="960119"/>
                </a:lnTo>
                <a:lnTo>
                  <a:pt x="0" y="0"/>
                </a:lnTo>
                <a:close/>
              </a:path>
            </a:pathLst>
          </a:custGeom>
          <a:ln w="10160">
            <a:solidFill>
              <a:srgbClr val="081F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30518" y="45733"/>
            <a:ext cx="7890509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800" y="2103120"/>
            <a:ext cx="12344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63440" y="8503920"/>
            <a:ext cx="43891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85800" y="8503920"/>
            <a:ext cx="31546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875520" y="8503920"/>
            <a:ext cx="31546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jp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jp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22298" y="91833"/>
            <a:ext cx="7890509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Cleaning</a:t>
            </a:r>
            <a:r>
              <a:rPr spc="-3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Visualization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Social</a:t>
            </a:r>
            <a:r>
              <a:rPr spc="-35" dirty="0"/>
              <a:t> </a:t>
            </a:r>
            <a:r>
              <a:rPr dirty="0"/>
              <a:t>Media</a:t>
            </a:r>
            <a:r>
              <a:rPr spc="-35" dirty="0"/>
              <a:t> </a:t>
            </a:r>
            <a:r>
              <a:rPr dirty="0"/>
              <a:t>Usage</a:t>
            </a:r>
            <a:r>
              <a:rPr spc="-40" dirty="0"/>
              <a:t> </a:t>
            </a:r>
            <a:r>
              <a:rPr spc="-10" dirty="0"/>
              <a:t>Patterns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3980" y="1049667"/>
            <a:ext cx="5801360" cy="379095"/>
            <a:chOff x="93980" y="1049667"/>
            <a:chExt cx="5801360" cy="3790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980" y="1049667"/>
              <a:ext cx="5801360" cy="3789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7160" y="1069848"/>
              <a:ext cx="5715000" cy="292735"/>
            </a:xfrm>
            <a:custGeom>
              <a:avLst/>
              <a:gdLst/>
              <a:ahLst/>
              <a:cxnLst/>
              <a:rect l="l" t="t" r="r" b="b"/>
              <a:pathLst>
                <a:path w="5715000" h="292734">
                  <a:moveTo>
                    <a:pt x="5666230" y="0"/>
                  </a:moveTo>
                  <a:lnTo>
                    <a:pt x="48769" y="0"/>
                  </a:lnTo>
                  <a:lnTo>
                    <a:pt x="29785" y="3832"/>
                  </a:lnTo>
                  <a:lnTo>
                    <a:pt x="14284" y="14284"/>
                  </a:lnTo>
                  <a:lnTo>
                    <a:pt x="3832" y="29786"/>
                  </a:lnTo>
                  <a:lnTo>
                    <a:pt x="0" y="48769"/>
                  </a:lnTo>
                  <a:lnTo>
                    <a:pt x="0" y="243838"/>
                  </a:lnTo>
                  <a:lnTo>
                    <a:pt x="3832" y="262821"/>
                  </a:lnTo>
                  <a:lnTo>
                    <a:pt x="14284" y="278323"/>
                  </a:lnTo>
                  <a:lnTo>
                    <a:pt x="29785" y="288775"/>
                  </a:lnTo>
                  <a:lnTo>
                    <a:pt x="48769" y="292607"/>
                  </a:lnTo>
                  <a:lnTo>
                    <a:pt x="5666230" y="292607"/>
                  </a:lnTo>
                  <a:lnTo>
                    <a:pt x="5685213" y="288775"/>
                  </a:lnTo>
                  <a:lnTo>
                    <a:pt x="5700715" y="278323"/>
                  </a:lnTo>
                  <a:lnTo>
                    <a:pt x="5711167" y="262821"/>
                  </a:lnTo>
                  <a:lnTo>
                    <a:pt x="5715000" y="243838"/>
                  </a:lnTo>
                  <a:lnTo>
                    <a:pt x="5715000" y="48769"/>
                  </a:lnTo>
                  <a:lnTo>
                    <a:pt x="5711167" y="29786"/>
                  </a:lnTo>
                  <a:lnTo>
                    <a:pt x="5700715" y="14284"/>
                  </a:lnTo>
                  <a:lnTo>
                    <a:pt x="5685213" y="3832"/>
                  </a:lnTo>
                  <a:lnTo>
                    <a:pt x="5666230" y="0"/>
                  </a:lnTo>
                  <a:close/>
                </a:path>
              </a:pathLst>
            </a:custGeom>
            <a:solidFill>
              <a:srgbClr val="2353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160" y="1069848"/>
              <a:ext cx="5715000" cy="292735"/>
            </a:xfrm>
            <a:custGeom>
              <a:avLst/>
              <a:gdLst/>
              <a:ahLst/>
              <a:cxnLst/>
              <a:rect l="l" t="t" r="r" b="b"/>
              <a:pathLst>
                <a:path w="5715000" h="292734">
                  <a:moveTo>
                    <a:pt x="48768" y="0"/>
                  </a:moveTo>
                  <a:lnTo>
                    <a:pt x="5666230" y="0"/>
                  </a:lnTo>
                  <a:lnTo>
                    <a:pt x="5685213" y="3832"/>
                  </a:lnTo>
                  <a:lnTo>
                    <a:pt x="5700715" y="14284"/>
                  </a:lnTo>
                  <a:lnTo>
                    <a:pt x="5711167" y="29785"/>
                  </a:lnTo>
                  <a:lnTo>
                    <a:pt x="5715000" y="48768"/>
                  </a:lnTo>
                  <a:lnTo>
                    <a:pt x="5715000" y="243838"/>
                  </a:lnTo>
                  <a:lnTo>
                    <a:pt x="5711167" y="262822"/>
                  </a:lnTo>
                  <a:lnTo>
                    <a:pt x="5700715" y="278323"/>
                  </a:lnTo>
                  <a:lnTo>
                    <a:pt x="5685213" y="288775"/>
                  </a:lnTo>
                  <a:lnTo>
                    <a:pt x="5666230" y="292608"/>
                  </a:lnTo>
                  <a:lnTo>
                    <a:pt x="48768" y="292608"/>
                  </a:lnTo>
                  <a:lnTo>
                    <a:pt x="29785" y="288775"/>
                  </a:lnTo>
                  <a:lnTo>
                    <a:pt x="14284" y="278323"/>
                  </a:lnTo>
                  <a:lnTo>
                    <a:pt x="3832" y="262822"/>
                  </a:lnTo>
                  <a:lnTo>
                    <a:pt x="0" y="243838"/>
                  </a:lnTo>
                  <a:lnTo>
                    <a:pt x="0" y="48768"/>
                  </a:lnTo>
                  <a:lnTo>
                    <a:pt x="3832" y="29785"/>
                  </a:lnTo>
                  <a:lnTo>
                    <a:pt x="14284" y="14284"/>
                  </a:lnTo>
                  <a:lnTo>
                    <a:pt x="29785" y="3832"/>
                  </a:lnTo>
                  <a:lnTo>
                    <a:pt x="48768" y="0"/>
                  </a:lnTo>
                  <a:close/>
                </a:path>
              </a:pathLst>
            </a:custGeom>
            <a:ln w="10160">
              <a:solidFill>
                <a:srgbClr val="2353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7160" y="1069847"/>
            <a:ext cx="5715000" cy="29273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229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1. 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1412" y="1049667"/>
            <a:ext cx="13500735" cy="1760220"/>
            <a:chOff x="121412" y="1049667"/>
            <a:chExt cx="13500735" cy="176022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412" y="1397139"/>
              <a:ext cx="1869439" cy="141224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4592" y="1417320"/>
              <a:ext cx="1783080" cy="1325880"/>
            </a:xfrm>
            <a:custGeom>
              <a:avLst/>
              <a:gdLst/>
              <a:ahLst/>
              <a:cxnLst/>
              <a:rect l="l" t="t" r="r" b="b"/>
              <a:pathLst>
                <a:path w="1783080" h="1325880">
                  <a:moveTo>
                    <a:pt x="1562094" y="0"/>
                  </a:moveTo>
                  <a:lnTo>
                    <a:pt x="220984" y="0"/>
                  </a:lnTo>
                  <a:lnTo>
                    <a:pt x="176448" y="4489"/>
                  </a:lnTo>
                  <a:lnTo>
                    <a:pt x="134967" y="17366"/>
                  </a:lnTo>
                  <a:lnTo>
                    <a:pt x="97429" y="37740"/>
                  </a:lnTo>
                  <a:lnTo>
                    <a:pt x="64724" y="64724"/>
                  </a:lnTo>
                  <a:lnTo>
                    <a:pt x="37740" y="97429"/>
                  </a:lnTo>
                  <a:lnTo>
                    <a:pt x="17366" y="134967"/>
                  </a:lnTo>
                  <a:lnTo>
                    <a:pt x="4489" y="176447"/>
                  </a:lnTo>
                  <a:lnTo>
                    <a:pt x="0" y="220983"/>
                  </a:lnTo>
                  <a:lnTo>
                    <a:pt x="0" y="1104896"/>
                  </a:lnTo>
                  <a:lnTo>
                    <a:pt x="4489" y="1149432"/>
                  </a:lnTo>
                  <a:lnTo>
                    <a:pt x="17366" y="1190912"/>
                  </a:lnTo>
                  <a:lnTo>
                    <a:pt x="37740" y="1228450"/>
                  </a:lnTo>
                  <a:lnTo>
                    <a:pt x="64724" y="1261155"/>
                  </a:lnTo>
                  <a:lnTo>
                    <a:pt x="97429" y="1288139"/>
                  </a:lnTo>
                  <a:lnTo>
                    <a:pt x="134967" y="1308513"/>
                  </a:lnTo>
                  <a:lnTo>
                    <a:pt x="176448" y="1321390"/>
                  </a:lnTo>
                  <a:lnTo>
                    <a:pt x="220984" y="1325879"/>
                  </a:lnTo>
                  <a:lnTo>
                    <a:pt x="1562094" y="1325879"/>
                  </a:lnTo>
                  <a:lnTo>
                    <a:pt x="1606631" y="1321390"/>
                  </a:lnTo>
                  <a:lnTo>
                    <a:pt x="1648112" y="1308513"/>
                  </a:lnTo>
                  <a:lnTo>
                    <a:pt x="1685649" y="1288139"/>
                  </a:lnTo>
                  <a:lnTo>
                    <a:pt x="1718355" y="1261155"/>
                  </a:lnTo>
                  <a:lnTo>
                    <a:pt x="1745339" y="1228450"/>
                  </a:lnTo>
                  <a:lnTo>
                    <a:pt x="1765713" y="1190912"/>
                  </a:lnTo>
                  <a:lnTo>
                    <a:pt x="1778590" y="1149432"/>
                  </a:lnTo>
                  <a:lnTo>
                    <a:pt x="1783080" y="1104896"/>
                  </a:lnTo>
                  <a:lnTo>
                    <a:pt x="1783080" y="220983"/>
                  </a:lnTo>
                  <a:lnTo>
                    <a:pt x="1778590" y="176447"/>
                  </a:lnTo>
                  <a:lnTo>
                    <a:pt x="1765713" y="134967"/>
                  </a:lnTo>
                  <a:lnTo>
                    <a:pt x="1745339" y="97429"/>
                  </a:lnTo>
                  <a:lnTo>
                    <a:pt x="1718355" y="64724"/>
                  </a:lnTo>
                  <a:lnTo>
                    <a:pt x="1685649" y="37740"/>
                  </a:lnTo>
                  <a:lnTo>
                    <a:pt x="1648112" y="17366"/>
                  </a:lnTo>
                  <a:lnTo>
                    <a:pt x="1606631" y="4489"/>
                  </a:lnTo>
                  <a:lnTo>
                    <a:pt x="15620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92" y="1417320"/>
              <a:ext cx="1783080" cy="1325880"/>
            </a:xfrm>
            <a:custGeom>
              <a:avLst/>
              <a:gdLst/>
              <a:ahLst/>
              <a:cxnLst/>
              <a:rect l="l" t="t" r="r" b="b"/>
              <a:pathLst>
                <a:path w="1783080" h="1325880">
                  <a:moveTo>
                    <a:pt x="220984" y="0"/>
                  </a:moveTo>
                  <a:lnTo>
                    <a:pt x="1562094" y="0"/>
                  </a:lnTo>
                  <a:lnTo>
                    <a:pt x="1606631" y="4489"/>
                  </a:lnTo>
                  <a:lnTo>
                    <a:pt x="1648112" y="17366"/>
                  </a:lnTo>
                  <a:lnTo>
                    <a:pt x="1685649" y="37740"/>
                  </a:lnTo>
                  <a:lnTo>
                    <a:pt x="1718355" y="64724"/>
                  </a:lnTo>
                  <a:lnTo>
                    <a:pt x="1745339" y="97429"/>
                  </a:lnTo>
                  <a:lnTo>
                    <a:pt x="1765713" y="134967"/>
                  </a:lnTo>
                  <a:lnTo>
                    <a:pt x="1778590" y="176448"/>
                  </a:lnTo>
                  <a:lnTo>
                    <a:pt x="1783080" y="220984"/>
                  </a:lnTo>
                  <a:lnTo>
                    <a:pt x="1783080" y="1104895"/>
                  </a:lnTo>
                  <a:lnTo>
                    <a:pt x="1778590" y="1149431"/>
                  </a:lnTo>
                  <a:lnTo>
                    <a:pt x="1765713" y="1190912"/>
                  </a:lnTo>
                  <a:lnTo>
                    <a:pt x="1745339" y="1228450"/>
                  </a:lnTo>
                  <a:lnTo>
                    <a:pt x="1718355" y="1261155"/>
                  </a:lnTo>
                  <a:lnTo>
                    <a:pt x="1685649" y="1288139"/>
                  </a:lnTo>
                  <a:lnTo>
                    <a:pt x="1648112" y="1308513"/>
                  </a:lnTo>
                  <a:lnTo>
                    <a:pt x="1606631" y="1321390"/>
                  </a:lnTo>
                  <a:lnTo>
                    <a:pt x="1562094" y="1325880"/>
                  </a:lnTo>
                  <a:lnTo>
                    <a:pt x="220984" y="1325880"/>
                  </a:lnTo>
                  <a:lnTo>
                    <a:pt x="176448" y="1321390"/>
                  </a:lnTo>
                  <a:lnTo>
                    <a:pt x="134967" y="1308513"/>
                  </a:lnTo>
                  <a:lnTo>
                    <a:pt x="97429" y="1288139"/>
                  </a:lnTo>
                  <a:lnTo>
                    <a:pt x="64724" y="1261155"/>
                  </a:lnTo>
                  <a:lnTo>
                    <a:pt x="37740" y="1228450"/>
                  </a:lnTo>
                  <a:lnTo>
                    <a:pt x="17366" y="1190912"/>
                  </a:lnTo>
                  <a:lnTo>
                    <a:pt x="4489" y="1149431"/>
                  </a:lnTo>
                  <a:lnTo>
                    <a:pt x="0" y="1104895"/>
                  </a:lnTo>
                  <a:lnTo>
                    <a:pt x="0" y="220984"/>
                  </a:lnTo>
                  <a:lnTo>
                    <a:pt x="4489" y="176448"/>
                  </a:lnTo>
                  <a:lnTo>
                    <a:pt x="17366" y="134967"/>
                  </a:lnTo>
                  <a:lnTo>
                    <a:pt x="37740" y="97429"/>
                  </a:lnTo>
                  <a:lnTo>
                    <a:pt x="64724" y="64724"/>
                  </a:lnTo>
                  <a:lnTo>
                    <a:pt x="97429" y="37740"/>
                  </a:lnTo>
                  <a:lnTo>
                    <a:pt x="134967" y="17366"/>
                  </a:lnTo>
                  <a:lnTo>
                    <a:pt x="176448" y="4489"/>
                  </a:lnTo>
                  <a:lnTo>
                    <a:pt x="220984" y="0"/>
                  </a:lnTo>
                  <a:close/>
                </a:path>
              </a:pathLst>
            </a:custGeom>
            <a:ln w="10160">
              <a:solidFill>
                <a:srgbClr val="DC32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7050" y="1397139"/>
              <a:ext cx="1869439" cy="141224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10230" y="1417320"/>
              <a:ext cx="1783080" cy="1325880"/>
            </a:xfrm>
            <a:custGeom>
              <a:avLst/>
              <a:gdLst/>
              <a:ahLst/>
              <a:cxnLst/>
              <a:rect l="l" t="t" r="r" b="b"/>
              <a:pathLst>
                <a:path w="1783079" h="1325880">
                  <a:moveTo>
                    <a:pt x="1562096" y="0"/>
                  </a:moveTo>
                  <a:lnTo>
                    <a:pt x="220985" y="0"/>
                  </a:lnTo>
                  <a:lnTo>
                    <a:pt x="176448" y="4489"/>
                  </a:lnTo>
                  <a:lnTo>
                    <a:pt x="134967" y="17366"/>
                  </a:lnTo>
                  <a:lnTo>
                    <a:pt x="97430" y="37740"/>
                  </a:lnTo>
                  <a:lnTo>
                    <a:pt x="64724" y="64724"/>
                  </a:lnTo>
                  <a:lnTo>
                    <a:pt x="37740" y="97429"/>
                  </a:lnTo>
                  <a:lnTo>
                    <a:pt x="17366" y="134967"/>
                  </a:lnTo>
                  <a:lnTo>
                    <a:pt x="4489" y="176447"/>
                  </a:lnTo>
                  <a:lnTo>
                    <a:pt x="0" y="220983"/>
                  </a:lnTo>
                  <a:lnTo>
                    <a:pt x="0" y="1104896"/>
                  </a:lnTo>
                  <a:lnTo>
                    <a:pt x="4489" y="1149432"/>
                  </a:lnTo>
                  <a:lnTo>
                    <a:pt x="17366" y="1190912"/>
                  </a:lnTo>
                  <a:lnTo>
                    <a:pt x="37740" y="1228450"/>
                  </a:lnTo>
                  <a:lnTo>
                    <a:pt x="64724" y="1261155"/>
                  </a:lnTo>
                  <a:lnTo>
                    <a:pt x="97430" y="1288139"/>
                  </a:lnTo>
                  <a:lnTo>
                    <a:pt x="134967" y="1308513"/>
                  </a:lnTo>
                  <a:lnTo>
                    <a:pt x="176448" y="1321390"/>
                  </a:lnTo>
                  <a:lnTo>
                    <a:pt x="220985" y="1325879"/>
                  </a:lnTo>
                  <a:lnTo>
                    <a:pt x="1562096" y="1325879"/>
                  </a:lnTo>
                  <a:lnTo>
                    <a:pt x="1606632" y="1321390"/>
                  </a:lnTo>
                  <a:lnTo>
                    <a:pt x="1648112" y="1308513"/>
                  </a:lnTo>
                  <a:lnTo>
                    <a:pt x="1685650" y="1288139"/>
                  </a:lnTo>
                  <a:lnTo>
                    <a:pt x="1718355" y="1261155"/>
                  </a:lnTo>
                  <a:lnTo>
                    <a:pt x="1745339" y="1228450"/>
                  </a:lnTo>
                  <a:lnTo>
                    <a:pt x="1765713" y="1190912"/>
                  </a:lnTo>
                  <a:lnTo>
                    <a:pt x="1778590" y="1149432"/>
                  </a:lnTo>
                  <a:lnTo>
                    <a:pt x="1783080" y="1104896"/>
                  </a:lnTo>
                  <a:lnTo>
                    <a:pt x="1783080" y="220983"/>
                  </a:lnTo>
                  <a:lnTo>
                    <a:pt x="1778590" y="176447"/>
                  </a:lnTo>
                  <a:lnTo>
                    <a:pt x="1765713" y="134967"/>
                  </a:lnTo>
                  <a:lnTo>
                    <a:pt x="1745339" y="97429"/>
                  </a:lnTo>
                  <a:lnTo>
                    <a:pt x="1718355" y="64724"/>
                  </a:lnTo>
                  <a:lnTo>
                    <a:pt x="1685650" y="37740"/>
                  </a:lnTo>
                  <a:lnTo>
                    <a:pt x="1648112" y="17366"/>
                  </a:lnTo>
                  <a:lnTo>
                    <a:pt x="1606632" y="4489"/>
                  </a:lnTo>
                  <a:lnTo>
                    <a:pt x="1562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10230" y="1417320"/>
              <a:ext cx="1783080" cy="1325880"/>
            </a:xfrm>
            <a:custGeom>
              <a:avLst/>
              <a:gdLst/>
              <a:ahLst/>
              <a:cxnLst/>
              <a:rect l="l" t="t" r="r" b="b"/>
              <a:pathLst>
                <a:path w="1783079" h="1325880">
                  <a:moveTo>
                    <a:pt x="220984" y="0"/>
                  </a:moveTo>
                  <a:lnTo>
                    <a:pt x="1562094" y="0"/>
                  </a:lnTo>
                  <a:lnTo>
                    <a:pt x="1606631" y="4489"/>
                  </a:lnTo>
                  <a:lnTo>
                    <a:pt x="1648112" y="17366"/>
                  </a:lnTo>
                  <a:lnTo>
                    <a:pt x="1685649" y="37740"/>
                  </a:lnTo>
                  <a:lnTo>
                    <a:pt x="1718355" y="64724"/>
                  </a:lnTo>
                  <a:lnTo>
                    <a:pt x="1745339" y="97429"/>
                  </a:lnTo>
                  <a:lnTo>
                    <a:pt x="1765713" y="134967"/>
                  </a:lnTo>
                  <a:lnTo>
                    <a:pt x="1778590" y="176448"/>
                  </a:lnTo>
                  <a:lnTo>
                    <a:pt x="1783080" y="220984"/>
                  </a:lnTo>
                  <a:lnTo>
                    <a:pt x="1783080" y="1104895"/>
                  </a:lnTo>
                  <a:lnTo>
                    <a:pt x="1778590" y="1149431"/>
                  </a:lnTo>
                  <a:lnTo>
                    <a:pt x="1765713" y="1190912"/>
                  </a:lnTo>
                  <a:lnTo>
                    <a:pt x="1745339" y="1228450"/>
                  </a:lnTo>
                  <a:lnTo>
                    <a:pt x="1718355" y="1261155"/>
                  </a:lnTo>
                  <a:lnTo>
                    <a:pt x="1685649" y="1288139"/>
                  </a:lnTo>
                  <a:lnTo>
                    <a:pt x="1648112" y="1308513"/>
                  </a:lnTo>
                  <a:lnTo>
                    <a:pt x="1606631" y="1321390"/>
                  </a:lnTo>
                  <a:lnTo>
                    <a:pt x="1562094" y="1325880"/>
                  </a:lnTo>
                  <a:lnTo>
                    <a:pt x="220984" y="1325880"/>
                  </a:lnTo>
                  <a:lnTo>
                    <a:pt x="176448" y="1321390"/>
                  </a:lnTo>
                  <a:lnTo>
                    <a:pt x="134967" y="1308513"/>
                  </a:lnTo>
                  <a:lnTo>
                    <a:pt x="97429" y="1288139"/>
                  </a:lnTo>
                  <a:lnTo>
                    <a:pt x="64724" y="1261155"/>
                  </a:lnTo>
                  <a:lnTo>
                    <a:pt x="37740" y="1228450"/>
                  </a:lnTo>
                  <a:lnTo>
                    <a:pt x="17366" y="1190912"/>
                  </a:lnTo>
                  <a:lnTo>
                    <a:pt x="4489" y="1149431"/>
                  </a:lnTo>
                  <a:lnTo>
                    <a:pt x="0" y="1104895"/>
                  </a:lnTo>
                  <a:lnTo>
                    <a:pt x="0" y="220984"/>
                  </a:lnTo>
                  <a:lnTo>
                    <a:pt x="4489" y="176448"/>
                  </a:lnTo>
                  <a:lnTo>
                    <a:pt x="17366" y="134967"/>
                  </a:lnTo>
                  <a:lnTo>
                    <a:pt x="37740" y="97429"/>
                  </a:lnTo>
                  <a:lnTo>
                    <a:pt x="64724" y="64724"/>
                  </a:lnTo>
                  <a:lnTo>
                    <a:pt x="97429" y="37740"/>
                  </a:lnTo>
                  <a:lnTo>
                    <a:pt x="134967" y="17366"/>
                  </a:lnTo>
                  <a:lnTo>
                    <a:pt x="176448" y="4489"/>
                  </a:lnTo>
                  <a:lnTo>
                    <a:pt x="220984" y="0"/>
                  </a:lnTo>
                  <a:close/>
                </a:path>
              </a:pathLst>
            </a:custGeom>
            <a:ln w="10160">
              <a:solidFill>
                <a:srgbClr val="2353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2691" y="1397139"/>
              <a:ext cx="1869439" cy="141224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055871" y="1417320"/>
              <a:ext cx="1783080" cy="1325880"/>
            </a:xfrm>
            <a:custGeom>
              <a:avLst/>
              <a:gdLst/>
              <a:ahLst/>
              <a:cxnLst/>
              <a:rect l="l" t="t" r="r" b="b"/>
              <a:pathLst>
                <a:path w="1783079" h="1325880">
                  <a:moveTo>
                    <a:pt x="1562094" y="0"/>
                  </a:moveTo>
                  <a:lnTo>
                    <a:pt x="220983" y="0"/>
                  </a:lnTo>
                  <a:lnTo>
                    <a:pt x="176447" y="4489"/>
                  </a:lnTo>
                  <a:lnTo>
                    <a:pt x="134967" y="17366"/>
                  </a:lnTo>
                  <a:lnTo>
                    <a:pt x="97429" y="37740"/>
                  </a:lnTo>
                  <a:lnTo>
                    <a:pt x="64724" y="64724"/>
                  </a:lnTo>
                  <a:lnTo>
                    <a:pt x="37740" y="97429"/>
                  </a:lnTo>
                  <a:lnTo>
                    <a:pt x="17366" y="134967"/>
                  </a:lnTo>
                  <a:lnTo>
                    <a:pt x="4489" y="176447"/>
                  </a:lnTo>
                  <a:lnTo>
                    <a:pt x="0" y="220983"/>
                  </a:lnTo>
                  <a:lnTo>
                    <a:pt x="0" y="1104896"/>
                  </a:lnTo>
                  <a:lnTo>
                    <a:pt x="4489" y="1149432"/>
                  </a:lnTo>
                  <a:lnTo>
                    <a:pt x="17366" y="1190912"/>
                  </a:lnTo>
                  <a:lnTo>
                    <a:pt x="37740" y="1228450"/>
                  </a:lnTo>
                  <a:lnTo>
                    <a:pt x="64724" y="1261155"/>
                  </a:lnTo>
                  <a:lnTo>
                    <a:pt x="97429" y="1288139"/>
                  </a:lnTo>
                  <a:lnTo>
                    <a:pt x="134967" y="1308513"/>
                  </a:lnTo>
                  <a:lnTo>
                    <a:pt x="176447" y="1321390"/>
                  </a:lnTo>
                  <a:lnTo>
                    <a:pt x="220983" y="1325879"/>
                  </a:lnTo>
                  <a:lnTo>
                    <a:pt x="1562094" y="1325879"/>
                  </a:lnTo>
                  <a:lnTo>
                    <a:pt x="1606631" y="1321390"/>
                  </a:lnTo>
                  <a:lnTo>
                    <a:pt x="1648112" y="1308513"/>
                  </a:lnTo>
                  <a:lnTo>
                    <a:pt x="1685649" y="1288139"/>
                  </a:lnTo>
                  <a:lnTo>
                    <a:pt x="1718355" y="1261155"/>
                  </a:lnTo>
                  <a:lnTo>
                    <a:pt x="1745339" y="1228450"/>
                  </a:lnTo>
                  <a:lnTo>
                    <a:pt x="1765713" y="1190912"/>
                  </a:lnTo>
                  <a:lnTo>
                    <a:pt x="1778590" y="1149432"/>
                  </a:lnTo>
                  <a:lnTo>
                    <a:pt x="1783079" y="1104896"/>
                  </a:lnTo>
                  <a:lnTo>
                    <a:pt x="1783079" y="220983"/>
                  </a:lnTo>
                  <a:lnTo>
                    <a:pt x="1778590" y="176447"/>
                  </a:lnTo>
                  <a:lnTo>
                    <a:pt x="1765713" y="134967"/>
                  </a:lnTo>
                  <a:lnTo>
                    <a:pt x="1745339" y="97429"/>
                  </a:lnTo>
                  <a:lnTo>
                    <a:pt x="1718355" y="64724"/>
                  </a:lnTo>
                  <a:lnTo>
                    <a:pt x="1685649" y="37740"/>
                  </a:lnTo>
                  <a:lnTo>
                    <a:pt x="1648112" y="17366"/>
                  </a:lnTo>
                  <a:lnTo>
                    <a:pt x="1606631" y="4489"/>
                  </a:lnTo>
                  <a:lnTo>
                    <a:pt x="15620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55871" y="1417320"/>
              <a:ext cx="1783080" cy="1325880"/>
            </a:xfrm>
            <a:custGeom>
              <a:avLst/>
              <a:gdLst/>
              <a:ahLst/>
              <a:cxnLst/>
              <a:rect l="l" t="t" r="r" b="b"/>
              <a:pathLst>
                <a:path w="1783079" h="1325880">
                  <a:moveTo>
                    <a:pt x="220984" y="0"/>
                  </a:moveTo>
                  <a:lnTo>
                    <a:pt x="1562094" y="0"/>
                  </a:lnTo>
                  <a:lnTo>
                    <a:pt x="1606631" y="4489"/>
                  </a:lnTo>
                  <a:lnTo>
                    <a:pt x="1648112" y="17366"/>
                  </a:lnTo>
                  <a:lnTo>
                    <a:pt x="1685649" y="37740"/>
                  </a:lnTo>
                  <a:lnTo>
                    <a:pt x="1718355" y="64724"/>
                  </a:lnTo>
                  <a:lnTo>
                    <a:pt x="1745339" y="97429"/>
                  </a:lnTo>
                  <a:lnTo>
                    <a:pt x="1765713" y="134967"/>
                  </a:lnTo>
                  <a:lnTo>
                    <a:pt x="1778590" y="176448"/>
                  </a:lnTo>
                  <a:lnTo>
                    <a:pt x="1783080" y="220984"/>
                  </a:lnTo>
                  <a:lnTo>
                    <a:pt x="1783080" y="1104895"/>
                  </a:lnTo>
                  <a:lnTo>
                    <a:pt x="1778590" y="1149431"/>
                  </a:lnTo>
                  <a:lnTo>
                    <a:pt x="1765713" y="1190912"/>
                  </a:lnTo>
                  <a:lnTo>
                    <a:pt x="1745339" y="1228450"/>
                  </a:lnTo>
                  <a:lnTo>
                    <a:pt x="1718355" y="1261155"/>
                  </a:lnTo>
                  <a:lnTo>
                    <a:pt x="1685649" y="1288139"/>
                  </a:lnTo>
                  <a:lnTo>
                    <a:pt x="1648112" y="1308513"/>
                  </a:lnTo>
                  <a:lnTo>
                    <a:pt x="1606631" y="1321390"/>
                  </a:lnTo>
                  <a:lnTo>
                    <a:pt x="1562094" y="1325880"/>
                  </a:lnTo>
                  <a:lnTo>
                    <a:pt x="220984" y="1325880"/>
                  </a:lnTo>
                  <a:lnTo>
                    <a:pt x="176448" y="1321390"/>
                  </a:lnTo>
                  <a:lnTo>
                    <a:pt x="134967" y="1308513"/>
                  </a:lnTo>
                  <a:lnTo>
                    <a:pt x="97429" y="1288139"/>
                  </a:lnTo>
                  <a:lnTo>
                    <a:pt x="64724" y="1261155"/>
                  </a:lnTo>
                  <a:lnTo>
                    <a:pt x="37740" y="1228450"/>
                  </a:lnTo>
                  <a:lnTo>
                    <a:pt x="17366" y="1190912"/>
                  </a:lnTo>
                  <a:lnTo>
                    <a:pt x="4489" y="1149431"/>
                  </a:lnTo>
                  <a:lnTo>
                    <a:pt x="0" y="1104895"/>
                  </a:lnTo>
                  <a:lnTo>
                    <a:pt x="0" y="220984"/>
                  </a:lnTo>
                  <a:lnTo>
                    <a:pt x="4489" y="176448"/>
                  </a:lnTo>
                  <a:lnTo>
                    <a:pt x="17366" y="134967"/>
                  </a:lnTo>
                  <a:lnTo>
                    <a:pt x="37740" y="97429"/>
                  </a:lnTo>
                  <a:lnTo>
                    <a:pt x="64724" y="64724"/>
                  </a:lnTo>
                  <a:lnTo>
                    <a:pt x="97429" y="37740"/>
                  </a:lnTo>
                  <a:lnTo>
                    <a:pt x="134967" y="17366"/>
                  </a:lnTo>
                  <a:lnTo>
                    <a:pt x="176448" y="4489"/>
                  </a:lnTo>
                  <a:lnTo>
                    <a:pt x="220984" y="0"/>
                  </a:lnTo>
                  <a:close/>
                </a:path>
              </a:pathLst>
            </a:custGeom>
            <a:ln w="10160">
              <a:solidFill>
                <a:srgbClr val="1482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665" y="1900377"/>
              <a:ext cx="264603" cy="36004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938528" y="1920240"/>
              <a:ext cx="179070" cy="274320"/>
            </a:xfrm>
            <a:custGeom>
              <a:avLst/>
              <a:gdLst/>
              <a:ahLst/>
              <a:cxnLst/>
              <a:rect l="l" t="t" r="r" b="b"/>
              <a:pathLst>
                <a:path w="179069" h="274319">
                  <a:moveTo>
                    <a:pt x="96583" y="0"/>
                  </a:moveTo>
                  <a:lnTo>
                    <a:pt x="96583" y="68579"/>
                  </a:lnTo>
                  <a:lnTo>
                    <a:pt x="0" y="68579"/>
                  </a:lnTo>
                  <a:lnTo>
                    <a:pt x="0" y="205739"/>
                  </a:lnTo>
                  <a:lnTo>
                    <a:pt x="96583" y="205739"/>
                  </a:lnTo>
                  <a:lnTo>
                    <a:pt x="96583" y="274319"/>
                  </a:lnTo>
                  <a:lnTo>
                    <a:pt x="178879" y="137159"/>
                  </a:lnTo>
                  <a:lnTo>
                    <a:pt x="96583" y="0"/>
                  </a:lnTo>
                  <a:close/>
                </a:path>
              </a:pathLst>
            </a:custGeom>
            <a:solidFill>
              <a:srgbClr val="2353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38528" y="1920240"/>
              <a:ext cx="179070" cy="274320"/>
            </a:xfrm>
            <a:custGeom>
              <a:avLst/>
              <a:gdLst/>
              <a:ahLst/>
              <a:cxnLst/>
              <a:rect l="l" t="t" r="r" b="b"/>
              <a:pathLst>
                <a:path w="179069" h="274319">
                  <a:moveTo>
                    <a:pt x="96583" y="205740"/>
                  </a:moveTo>
                  <a:lnTo>
                    <a:pt x="96583" y="274320"/>
                  </a:lnTo>
                  <a:lnTo>
                    <a:pt x="178878" y="137160"/>
                  </a:lnTo>
                  <a:lnTo>
                    <a:pt x="96583" y="0"/>
                  </a:lnTo>
                  <a:lnTo>
                    <a:pt x="96583" y="68580"/>
                  </a:lnTo>
                  <a:lnTo>
                    <a:pt x="0" y="68580"/>
                  </a:lnTo>
                  <a:lnTo>
                    <a:pt x="0" y="205740"/>
                  </a:lnTo>
                  <a:lnTo>
                    <a:pt x="96583" y="205740"/>
                  </a:lnTo>
                  <a:close/>
                </a:path>
              </a:pathLst>
            </a:custGeom>
            <a:ln w="9525">
              <a:solidFill>
                <a:srgbClr val="2353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8700" y="1891233"/>
              <a:ext cx="264603" cy="36004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881563" y="1911096"/>
              <a:ext cx="179070" cy="274320"/>
            </a:xfrm>
            <a:custGeom>
              <a:avLst/>
              <a:gdLst/>
              <a:ahLst/>
              <a:cxnLst/>
              <a:rect l="l" t="t" r="r" b="b"/>
              <a:pathLst>
                <a:path w="179070" h="274319">
                  <a:moveTo>
                    <a:pt x="96582" y="0"/>
                  </a:moveTo>
                  <a:lnTo>
                    <a:pt x="96582" y="68579"/>
                  </a:lnTo>
                  <a:lnTo>
                    <a:pt x="0" y="68579"/>
                  </a:lnTo>
                  <a:lnTo>
                    <a:pt x="0" y="205739"/>
                  </a:lnTo>
                  <a:lnTo>
                    <a:pt x="96582" y="205739"/>
                  </a:lnTo>
                  <a:lnTo>
                    <a:pt x="96582" y="274320"/>
                  </a:lnTo>
                  <a:lnTo>
                    <a:pt x="178878" y="137159"/>
                  </a:lnTo>
                  <a:lnTo>
                    <a:pt x="96582" y="0"/>
                  </a:lnTo>
                  <a:close/>
                </a:path>
              </a:pathLst>
            </a:custGeom>
            <a:solidFill>
              <a:srgbClr val="2353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81563" y="1911096"/>
              <a:ext cx="179070" cy="274320"/>
            </a:xfrm>
            <a:custGeom>
              <a:avLst/>
              <a:gdLst/>
              <a:ahLst/>
              <a:cxnLst/>
              <a:rect l="l" t="t" r="r" b="b"/>
              <a:pathLst>
                <a:path w="179070" h="274319">
                  <a:moveTo>
                    <a:pt x="96583" y="205740"/>
                  </a:moveTo>
                  <a:lnTo>
                    <a:pt x="96583" y="274320"/>
                  </a:lnTo>
                  <a:lnTo>
                    <a:pt x="178878" y="137160"/>
                  </a:lnTo>
                  <a:lnTo>
                    <a:pt x="96583" y="0"/>
                  </a:lnTo>
                  <a:lnTo>
                    <a:pt x="96583" y="68580"/>
                  </a:lnTo>
                  <a:lnTo>
                    <a:pt x="0" y="68580"/>
                  </a:lnTo>
                  <a:lnTo>
                    <a:pt x="0" y="205740"/>
                  </a:lnTo>
                  <a:lnTo>
                    <a:pt x="96583" y="205740"/>
                  </a:lnTo>
                  <a:close/>
                </a:path>
              </a:pathLst>
            </a:custGeom>
            <a:ln w="9525">
              <a:solidFill>
                <a:srgbClr val="2353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6140" y="1049667"/>
              <a:ext cx="7675879" cy="37896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989320" y="1069848"/>
              <a:ext cx="7589520" cy="292735"/>
            </a:xfrm>
            <a:custGeom>
              <a:avLst/>
              <a:gdLst/>
              <a:ahLst/>
              <a:cxnLst/>
              <a:rect l="l" t="t" r="r" b="b"/>
              <a:pathLst>
                <a:path w="7589519" h="292734">
                  <a:moveTo>
                    <a:pt x="7540751" y="0"/>
                  </a:moveTo>
                  <a:lnTo>
                    <a:pt x="48769" y="0"/>
                  </a:lnTo>
                  <a:lnTo>
                    <a:pt x="29786" y="3832"/>
                  </a:lnTo>
                  <a:lnTo>
                    <a:pt x="14284" y="14284"/>
                  </a:lnTo>
                  <a:lnTo>
                    <a:pt x="3832" y="29786"/>
                  </a:lnTo>
                  <a:lnTo>
                    <a:pt x="0" y="48769"/>
                  </a:lnTo>
                  <a:lnTo>
                    <a:pt x="0" y="243838"/>
                  </a:lnTo>
                  <a:lnTo>
                    <a:pt x="3832" y="262821"/>
                  </a:lnTo>
                  <a:lnTo>
                    <a:pt x="14284" y="278323"/>
                  </a:lnTo>
                  <a:lnTo>
                    <a:pt x="29786" y="288775"/>
                  </a:lnTo>
                  <a:lnTo>
                    <a:pt x="48769" y="292607"/>
                  </a:lnTo>
                  <a:lnTo>
                    <a:pt x="7540751" y="292607"/>
                  </a:lnTo>
                  <a:lnTo>
                    <a:pt x="7559735" y="288775"/>
                  </a:lnTo>
                  <a:lnTo>
                    <a:pt x="7575237" y="278323"/>
                  </a:lnTo>
                  <a:lnTo>
                    <a:pt x="7585687" y="262821"/>
                  </a:lnTo>
                  <a:lnTo>
                    <a:pt x="7589520" y="243838"/>
                  </a:lnTo>
                  <a:lnTo>
                    <a:pt x="7589520" y="48769"/>
                  </a:lnTo>
                  <a:lnTo>
                    <a:pt x="7585687" y="29786"/>
                  </a:lnTo>
                  <a:lnTo>
                    <a:pt x="7575237" y="14284"/>
                  </a:lnTo>
                  <a:lnTo>
                    <a:pt x="7559735" y="3832"/>
                  </a:lnTo>
                  <a:lnTo>
                    <a:pt x="7540751" y="0"/>
                  </a:lnTo>
                  <a:close/>
                </a:path>
              </a:pathLst>
            </a:custGeom>
            <a:solidFill>
              <a:srgbClr val="5B2A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89320" y="1069848"/>
              <a:ext cx="7589520" cy="292735"/>
            </a:xfrm>
            <a:custGeom>
              <a:avLst/>
              <a:gdLst/>
              <a:ahLst/>
              <a:cxnLst/>
              <a:rect l="l" t="t" r="r" b="b"/>
              <a:pathLst>
                <a:path w="7589519" h="292734">
                  <a:moveTo>
                    <a:pt x="48768" y="0"/>
                  </a:moveTo>
                  <a:lnTo>
                    <a:pt x="7540750" y="0"/>
                  </a:lnTo>
                  <a:lnTo>
                    <a:pt x="7559733" y="3832"/>
                  </a:lnTo>
                  <a:lnTo>
                    <a:pt x="7575235" y="14284"/>
                  </a:lnTo>
                  <a:lnTo>
                    <a:pt x="7585687" y="29785"/>
                  </a:lnTo>
                  <a:lnTo>
                    <a:pt x="7589520" y="48768"/>
                  </a:lnTo>
                  <a:lnTo>
                    <a:pt x="7589520" y="243838"/>
                  </a:lnTo>
                  <a:lnTo>
                    <a:pt x="7585687" y="262822"/>
                  </a:lnTo>
                  <a:lnTo>
                    <a:pt x="7575235" y="278323"/>
                  </a:lnTo>
                  <a:lnTo>
                    <a:pt x="7559733" y="288775"/>
                  </a:lnTo>
                  <a:lnTo>
                    <a:pt x="7540750" y="292608"/>
                  </a:lnTo>
                  <a:lnTo>
                    <a:pt x="48768" y="292608"/>
                  </a:lnTo>
                  <a:lnTo>
                    <a:pt x="29785" y="288775"/>
                  </a:lnTo>
                  <a:lnTo>
                    <a:pt x="14284" y="278323"/>
                  </a:lnTo>
                  <a:lnTo>
                    <a:pt x="3832" y="262822"/>
                  </a:lnTo>
                  <a:lnTo>
                    <a:pt x="0" y="243838"/>
                  </a:lnTo>
                  <a:lnTo>
                    <a:pt x="0" y="48768"/>
                  </a:lnTo>
                  <a:lnTo>
                    <a:pt x="3832" y="29785"/>
                  </a:lnTo>
                  <a:lnTo>
                    <a:pt x="14284" y="14284"/>
                  </a:lnTo>
                  <a:lnTo>
                    <a:pt x="29785" y="3832"/>
                  </a:lnTo>
                  <a:lnTo>
                    <a:pt x="48768" y="0"/>
                  </a:lnTo>
                  <a:close/>
                </a:path>
              </a:pathLst>
            </a:custGeom>
            <a:ln w="10160">
              <a:solidFill>
                <a:srgbClr val="5B2A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989320" y="1069847"/>
            <a:ext cx="7589520" cy="29273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229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 DATASET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73571" y="1397139"/>
            <a:ext cx="7621270" cy="1412240"/>
            <a:chOff x="5973571" y="1397139"/>
            <a:chExt cx="7621270" cy="1412240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73571" y="1397139"/>
              <a:ext cx="7621016" cy="141224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016751" y="1417320"/>
              <a:ext cx="7534909" cy="1325880"/>
            </a:xfrm>
            <a:custGeom>
              <a:avLst/>
              <a:gdLst/>
              <a:ahLst/>
              <a:cxnLst/>
              <a:rect l="l" t="t" r="r" b="b"/>
              <a:pathLst>
                <a:path w="7534909" h="1325880">
                  <a:moveTo>
                    <a:pt x="7313676" y="0"/>
                  </a:moveTo>
                  <a:lnTo>
                    <a:pt x="220985" y="0"/>
                  </a:lnTo>
                  <a:lnTo>
                    <a:pt x="176448" y="4489"/>
                  </a:lnTo>
                  <a:lnTo>
                    <a:pt x="134967" y="17366"/>
                  </a:lnTo>
                  <a:lnTo>
                    <a:pt x="97430" y="37740"/>
                  </a:lnTo>
                  <a:lnTo>
                    <a:pt x="64724" y="64724"/>
                  </a:lnTo>
                  <a:lnTo>
                    <a:pt x="37740" y="97429"/>
                  </a:lnTo>
                  <a:lnTo>
                    <a:pt x="17366" y="134967"/>
                  </a:lnTo>
                  <a:lnTo>
                    <a:pt x="4489" y="176447"/>
                  </a:lnTo>
                  <a:lnTo>
                    <a:pt x="0" y="220983"/>
                  </a:lnTo>
                  <a:lnTo>
                    <a:pt x="0" y="1104896"/>
                  </a:lnTo>
                  <a:lnTo>
                    <a:pt x="4489" y="1149432"/>
                  </a:lnTo>
                  <a:lnTo>
                    <a:pt x="17366" y="1190912"/>
                  </a:lnTo>
                  <a:lnTo>
                    <a:pt x="37740" y="1228450"/>
                  </a:lnTo>
                  <a:lnTo>
                    <a:pt x="64724" y="1261155"/>
                  </a:lnTo>
                  <a:lnTo>
                    <a:pt x="97430" y="1288139"/>
                  </a:lnTo>
                  <a:lnTo>
                    <a:pt x="134967" y="1308513"/>
                  </a:lnTo>
                  <a:lnTo>
                    <a:pt x="176448" y="1321390"/>
                  </a:lnTo>
                  <a:lnTo>
                    <a:pt x="220985" y="1325879"/>
                  </a:lnTo>
                  <a:lnTo>
                    <a:pt x="7313676" y="1325879"/>
                  </a:lnTo>
                  <a:lnTo>
                    <a:pt x="7358212" y="1321390"/>
                  </a:lnTo>
                  <a:lnTo>
                    <a:pt x="7399692" y="1308513"/>
                  </a:lnTo>
                  <a:lnTo>
                    <a:pt x="7437229" y="1288139"/>
                  </a:lnTo>
                  <a:lnTo>
                    <a:pt x="7469933" y="1261155"/>
                  </a:lnTo>
                  <a:lnTo>
                    <a:pt x="7496916" y="1228450"/>
                  </a:lnTo>
                  <a:lnTo>
                    <a:pt x="7517290" y="1190912"/>
                  </a:lnTo>
                  <a:lnTo>
                    <a:pt x="7530166" y="1149432"/>
                  </a:lnTo>
                  <a:lnTo>
                    <a:pt x="7534656" y="1104896"/>
                  </a:lnTo>
                  <a:lnTo>
                    <a:pt x="7534656" y="220983"/>
                  </a:lnTo>
                  <a:lnTo>
                    <a:pt x="7530166" y="176447"/>
                  </a:lnTo>
                  <a:lnTo>
                    <a:pt x="7517290" y="134967"/>
                  </a:lnTo>
                  <a:lnTo>
                    <a:pt x="7496916" y="97429"/>
                  </a:lnTo>
                  <a:lnTo>
                    <a:pt x="7469933" y="64724"/>
                  </a:lnTo>
                  <a:lnTo>
                    <a:pt x="7437229" y="37740"/>
                  </a:lnTo>
                  <a:lnTo>
                    <a:pt x="7399692" y="17366"/>
                  </a:lnTo>
                  <a:lnTo>
                    <a:pt x="7358212" y="4489"/>
                  </a:lnTo>
                  <a:lnTo>
                    <a:pt x="7313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16751" y="1417320"/>
              <a:ext cx="7534909" cy="1325880"/>
            </a:xfrm>
            <a:custGeom>
              <a:avLst/>
              <a:gdLst/>
              <a:ahLst/>
              <a:cxnLst/>
              <a:rect l="l" t="t" r="r" b="b"/>
              <a:pathLst>
                <a:path w="7534909" h="1325880">
                  <a:moveTo>
                    <a:pt x="220984" y="0"/>
                  </a:moveTo>
                  <a:lnTo>
                    <a:pt x="7313672" y="0"/>
                  </a:lnTo>
                  <a:lnTo>
                    <a:pt x="7358208" y="4489"/>
                  </a:lnTo>
                  <a:lnTo>
                    <a:pt x="7399688" y="17366"/>
                  </a:lnTo>
                  <a:lnTo>
                    <a:pt x="7437226" y="37740"/>
                  </a:lnTo>
                  <a:lnTo>
                    <a:pt x="7469931" y="64724"/>
                  </a:lnTo>
                  <a:lnTo>
                    <a:pt x="7496915" y="97429"/>
                  </a:lnTo>
                  <a:lnTo>
                    <a:pt x="7517289" y="134967"/>
                  </a:lnTo>
                  <a:lnTo>
                    <a:pt x="7530166" y="176448"/>
                  </a:lnTo>
                  <a:lnTo>
                    <a:pt x="7534656" y="220984"/>
                  </a:lnTo>
                  <a:lnTo>
                    <a:pt x="7534656" y="1104895"/>
                  </a:lnTo>
                  <a:lnTo>
                    <a:pt x="7530166" y="1149431"/>
                  </a:lnTo>
                  <a:lnTo>
                    <a:pt x="7517289" y="1190912"/>
                  </a:lnTo>
                  <a:lnTo>
                    <a:pt x="7496915" y="1228450"/>
                  </a:lnTo>
                  <a:lnTo>
                    <a:pt x="7469931" y="1261155"/>
                  </a:lnTo>
                  <a:lnTo>
                    <a:pt x="7437226" y="1288139"/>
                  </a:lnTo>
                  <a:lnTo>
                    <a:pt x="7399688" y="1308513"/>
                  </a:lnTo>
                  <a:lnTo>
                    <a:pt x="7358208" y="1321390"/>
                  </a:lnTo>
                  <a:lnTo>
                    <a:pt x="7313672" y="1325880"/>
                  </a:lnTo>
                  <a:lnTo>
                    <a:pt x="220984" y="1325880"/>
                  </a:lnTo>
                  <a:lnTo>
                    <a:pt x="176448" y="1321390"/>
                  </a:lnTo>
                  <a:lnTo>
                    <a:pt x="134967" y="1308513"/>
                  </a:lnTo>
                  <a:lnTo>
                    <a:pt x="97429" y="1288139"/>
                  </a:lnTo>
                  <a:lnTo>
                    <a:pt x="64724" y="1261155"/>
                  </a:lnTo>
                  <a:lnTo>
                    <a:pt x="37740" y="1228450"/>
                  </a:lnTo>
                  <a:lnTo>
                    <a:pt x="17366" y="1190912"/>
                  </a:lnTo>
                  <a:lnTo>
                    <a:pt x="4489" y="1149431"/>
                  </a:lnTo>
                  <a:lnTo>
                    <a:pt x="0" y="1104895"/>
                  </a:lnTo>
                  <a:lnTo>
                    <a:pt x="0" y="220984"/>
                  </a:lnTo>
                  <a:lnTo>
                    <a:pt x="4489" y="176448"/>
                  </a:lnTo>
                  <a:lnTo>
                    <a:pt x="17366" y="134967"/>
                  </a:lnTo>
                  <a:lnTo>
                    <a:pt x="37740" y="97429"/>
                  </a:lnTo>
                  <a:lnTo>
                    <a:pt x="64724" y="64724"/>
                  </a:lnTo>
                  <a:lnTo>
                    <a:pt x="97429" y="37740"/>
                  </a:lnTo>
                  <a:lnTo>
                    <a:pt x="134967" y="17366"/>
                  </a:lnTo>
                  <a:lnTo>
                    <a:pt x="176448" y="4489"/>
                  </a:lnTo>
                  <a:lnTo>
                    <a:pt x="220984" y="0"/>
                  </a:lnTo>
                  <a:close/>
                </a:path>
              </a:pathLst>
            </a:custGeom>
            <a:ln w="10160">
              <a:solidFill>
                <a:srgbClr val="5B2A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234512" y="1456823"/>
            <a:ext cx="20389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5B2A91"/>
                </a:solidFill>
                <a:latin typeface="Arial"/>
                <a:cs typeface="Arial"/>
              </a:rPr>
              <a:t>KEY</a:t>
            </a:r>
            <a:r>
              <a:rPr sz="1100" b="1" spc="-60" dirty="0">
                <a:solidFill>
                  <a:srgbClr val="5B2A9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5B2A91"/>
                </a:solidFill>
                <a:latin typeface="Arial"/>
                <a:cs typeface="Arial"/>
              </a:rPr>
              <a:t>VARIABLES</a:t>
            </a:r>
            <a:r>
              <a:rPr sz="1100" b="1" spc="-40" dirty="0">
                <a:solidFill>
                  <a:srgbClr val="5B2A9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5B2A91"/>
                </a:solidFill>
                <a:latin typeface="Arial"/>
                <a:cs typeface="Arial"/>
              </a:rPr>
              <a:t>COLLECTED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3716" y="1430436"/>
            <a:ext cx="1442720" cy="11823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34"/>
              </a:spcBef>
            </a:pPr>
            <a:r>
              <a:rPr sz="1200" b="1" spc="-10" dirty="0">
                <a:solidFill>
                  <a:srgbClr val="1E2D41"/>
                </a:solidFill>
                <a:latin typeface="Arial"/>
                <a:cs typeface="Arial"/>
              </a:rPr>
              <a:t>PROBLEM</a:t>
            </a:r>
            <a:endParaRPr sz="1200">
              <a:latin typeface="Arial"/>
              <a:cs typeface="Arial"/>
            </a:endParaRPr>
          </a:p>
          <a:p>
            <a:pPr marL="102870" marR="77470" indent="-90805" algn="just">
              <a:lnSpc>
                <a:spcPts val="1000"/>
              </a:lnSpc>
              <a:spcBef>
                <a:spcPts val="350"/>
              </a:spcBef>
              <a:buChar char="•"/>
              <a:tabLst>
                <a:tab pos="102870" algn="l"/>
              </a:tabLst>
            </a:pPr>
            <a:r>
              <a:rPr sz="900" dirty="0">
                <a:latin typeface="Times New Roman"/>
                <a:cs typeface="Times New Roman"/>
              </a:rPr>
              <a:t>Identify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social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media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usage </a:t>
            </a:r>
            <a:r>
              <a:rPr sz="900" spc="-10" dirty="0">
                <a:latin typeface="Times New Roman"/>
                <a:cs typeface="Times New Roman"/>
              </a:rPr>
              <a:t>patterns.</a:t>
            </a:r>
            <a:endParaRPr sz="900">
              <a:latin typeface="Times New Roman"/>
              <a:cs typeface="Times New Roman"/>
            </a:endParaRPr>
          </a:p>
          <a:p>
            <a:pPr marL="102870" marR="306070" indent="-90805" algn="just">
              <a:lnSpc>
                <a:spcPts val="1000"/>
              </a:lnSpc>
              <a:buChar char="•"/>
              <a:tabLst>
                <a:tab pos="102870" algn="l"/>
              </a:tabLst>
            </a:pPr>
            <a:r>
              <a:rPr sz="900" dirty="0">
                <a:latin typeface="Times New Roman"/>
                <a:cs typeface="Times New Roman"/>
              </a:rPr>
              <a:t>Analyze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spent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on</a:t>
            </a:r>
            <a:r>
              <a:rPr sz="900" dirty="0">
                <a:latin typeface="Times New Roman"/>
                <a:cs typeface="Times New Roman"/>
              </a:rPr>
              <a:t> different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social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media platforms.</a:t>
            </a:r>
            <a:endParaRPr sz="900">
              <a:latin typeface="Times New Roman"/>
              <a:cs typeface="Times New Roman"/>
            </a:endParaRPr>
          </a:p>
          <a:p>
            <a:pPr marL="102870" marR="5080" indent="-90805" algn="just">
              <a:lnSpc>
                <a:spcPts val="1000"/>
              </a:lnSpc>
              <a:buChar char="•"/>
              <a:tabLst>
                <a:tab pos="102870" algn="l"/>
              </a:tabLst>
            </a:pPr>
            <a:r>
              <a:rPr sz="900" dirty="0">
                <a:latin typeface="Times New Roman"/>
                <a:cs typeface="Times New Roman"/>
              </a:rPr>
              <a:t>Understand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user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engagement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activity.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09798" y="1481838"/>
            <a:ext cx="1538605" cy="110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>
              <a:lnSpc>
                <a:spcPts val="1435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E2D41"/>
                </a:solidFill>
                <a:latin typeface="Arial"/>
                <a:cs typeface="Arial"/>
              </a:rPr>
              <a:t>APPROACH</a:t>
            </a:r>
            <a:endParaRPr sz="1200">
              <a:latin typeface="Arial"/>
              <a:cs typeface="Arial"/>
            </a:endParaRPr>
          </a:p>
          <a:p>
            <a:pPr marL="102870" marR="205740" indent="-90805">
              <a:lnSpc>
                <a:spcPts val="1000"/>
              </a:lnSpc>
              <a:spcBef>
                <a:spcPts val="95"/>
              </a:spcBef>
              <a:buChar char="•"/>
              <a:tabLst>
                <a:tab pos="102870" algn="l"/>
              </a:tabLst>
            </a:pPr>
            <a:r>
              <a:rPr sz="900" dirty="0">
                <a:latin typeface="Times New Roman"/>
                <a:cs typeface="Times New Roman"/>
              </a:rPr>
              <a:t>Collect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social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media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usage </a:t>
            </a:r>
            <a:r>
              <a:rPr sz="900" spc="-10" dirty="0">
                <a:latin typeface="Times New Roman"/>
                <a:cs typeface="Times New Roman"/>
              </a:rPr>
              <a:t>data.</a:t>
            </a:r>
            <a:endParaRPr sz="900">
              <a:latin typeface="Times New Roman"/>
              <a:cs typeface="Times New Roman"/>
            </a:endParaRPr>
          </a:p>
          <a:p>
            <a:pPr marL="102870" indent="-90170">
              <a:lnSpc>
                <a:spcPts val="940"/>
              </a:lnSpc>
              <a:buChar char="•"/>
              <a:tabLst>
                <a:tab pos="102870" algn="l"/>
              </a:tabLst>
            </a:pPr>
            <a:r>
              <a:rPr sz="900" dirty="0">
                <a:latin typeface="Times New Roman"/>
                <a:cs typeface="Times New Roman"/>
              </a:rPr>
              <a:t>Clean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organize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dataset.</a:t>
            </a:r>
            <a:endParaRPr sz="900">
              <a:latin typeface="Times New Roman"/>
              <a:cs typeface="Times New Roman"/>
            </a:endParaRPr>
          </a:p>
          <a:p>
            <a:pPr marL="102870" marR="329565" indent="-90805">
              <a:lnSpc>
                <a:spcPts val="1000"/>
              </a:lnSpc>
              <a:spcBef>
                <a:spcPts val="60"/>
              </a:spcBef>
              <a:buChar char="•"/>
              <a:tabLst>
                <a:tab pos="102870" algn="l"/>
              </a:tabLst>
            </a:pPr>
            <a:r>
              <a:rPr sz="900" dirty="0">
                <a:latin typeface="Times New Roman"/>
                <a:cs typeface="Times New Roman"/>
              </a:rPr>
              <a:t>Perform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descriptive</a:t>
            </a:r>
            <a:r>
              <a:rPr sz="900" spc="-25" dirty="0">
                <a:latin typeface="Times New Roman"/>
                <a:cs typeface="Times New Roman"/>
              </a:rPr>
              <a:t> and</a:t>
            </a:r>
            <a:r>
              <a:rPr sz="900" dirty="0">
                <a:latin typeface="Times New Roman"/>
                <a:cs typeface="Times New Roman"/>
              </a:rPr>
              <a:t> exploratory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analysis.</a:t>
            </a:r>
            <a:endParaRPr sz="900">
              <a:latin typeface="Times New Roman"/>
              <a:cs typeface="Times New Roman"/>
            </a:endParaRPr>
          </a:p>
          <a:p>
            <a:pPr marL="102870" indent="-90170">
              <a:lnSpc>
                <a:spcPts val="940"/>
              </a:lnSpc>
              <a:buChar char="•"/>
              <a:tabLst>
                <a:tab pos="102870" algn="l"/>
              </a:tabLst>
            </a:pPr>
            <a:r>
              <a:rPr sz="900" spc="-10" dirty="0">
                <a:latin typeface="Times New Roman"/>
                <a:cs typeface="Times New Roman"/>
              </a:rPr>
              <a:t>Visualize</a:t>
            </a:r>
            <a:r>
              <a:rPr sz="900" dirty="0">
                <a:latin typeface="Times New Roman"/>
                <a:cs typeface="Times New Roman"/>
              </a:rPr>
              <a:t> usage </a:t>
            </a:r>
            <a:r>
              <a:rPr sz="900" spc="-10" dirty="0">
                <a:latin typeface="Times New Roman"/>
                <a:cs typeface="Times New Roman"/>
              </a:rPr>
              <a:t>patterns.</a:t>
            </a:r>
            <a:endParaRPr sz="900">
              <a:latin typeface="Times New Roman"/>
              <a:cs typeface="Times New Roman"/>
            </a:endParaRPr>
          </a:p>
          <a:p>
            <a:pPr marL="102870" indent="-90170">
              <a:lnSpc>
                <a:spcPts val="1040"/>
              </a:lnSpc>
              <a:buChar char="•"/>
              <a:tabLst>
                <a:tab pos="102870" algn="l"/>
              </a:tabLst>
            </a:pPr>
            <a:r>
              <a:rPr sz="900" dirty="0">
                <a:latin typeface="Times New Roman"/>
                <a:cs typeface="Times New Roman"/>
              </a:rPr>
              <a:t>Interpret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findings.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52900" y="1402645"/>
            <a:ext cx="1531620" cy="111950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720"/>
              </a:spcBef>
            </a:pPr>
            <a:r>
              <a:rPr sz="1200" b="1" dirty="0">
                <a:solidFill>
                  <a:srgbClr val="1E2D41"/>
                </a:solidFill>
                <a:latin typeface="Arial"/>
                <a:cs typeface="Arial"/>
              </a:rPr>
              <a:t>WHY</a:t>
            </a:r>
            <a:r>
              <a:rPr sz="1200" b="1" spc="-40" dirty="0">
                <a:solidFill>
                  <a:srgbClr val="1E2D41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E2D41"/>
                </a:solidFill>
                <a:latin typeface="Arial"/>
                <a:cs typeface="Arial"/>
              </a:rPr>
              <a:t>THIS</a:t>
            </a:r>
            <a:r>
              <a:rPr sz="1200" b="1" spc="-20" dirty="0">
                <a:solidFill>
                  <a:srgbClr val="1E2D41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E2D41"/>
                </a:solidFill>
                <a:latin typeface="Arial"/>
                <a:cs typeface="Arial"/>
              </a:rPr>
              <a:t>STUDY?</a:t>
            </a:r>
            <a:endParaRPr sz="1200">
              <a:latin typeface="Arial"/>
              <a:cs typeface="Arial"/>
            </a:endParaRPr>
          </a:p>
          <a:p>
            <a:pPr marL="102870" indent="-90170">
              <a:lnSpc>
                <a:spcPts val="1040"/>
              </a:lnSpc>
              <a:spcBef>
                <a:spcPts val="470"/>
              </a:spcBef>
              <a:buChar char="•"/>
              <a:tabLst>
                <a:tab pos="102870" algn="l"/>
              </a:tabLst>
            </a:pPr>
            <a:r>
              <a:rPr sz="900" dirty="0">
                <a:latin typeface="Times New Roman"/>
                <a:cs typeface="Times New Roman"/>
              </a:rPr>
              <a:t>Understand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user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behaviour.</a:t>
            </a:r>
            <a:endParaRPr sz="900">
              <a:latin typeface="Times New Roman"/>
              <a:cs typeface="Times New Roman"/>
            </a:endParaRPr>
          </a:p>
          <a:p>
            <a:pPr marL="102870" indent="-90170">
              <a:lnSpc>
                <a:spcPts val="1000"/>
              </a:lnSpc>
              <a:buChar char="•"/>
              <a:tabLst>
                <a:tab pos="102870" algn="l"/>
              </a:tabLst>
            </a:pPr>
            <a:r>
              <a:rPr sz="900" dirty="0">
                <a:latin typeface="Times New Roman"/>
                <a:cs typeface="Times New Roman"/>
              </a:rPr>
              <a:t>Identify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highly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used</a:t>
            </a:r>
            <a:r>
              <a:rPr sz="900" spc="-10" dirty="0">
                <a:latin typeface="Times New Roman"/>
                <a:cs typeface="Times New Roman"/>
              </a:rPr>
              <a:t> platforms.</a:t>
            </a:r>
            <a:endParaRPr sz="900">
              <a:latin typeface="Times New Roman"/>
              <a:cs typeface="Times New Roman"/>
            </a:endParaRPr>
          </a:p>
          <a:p>
            <a:pPr marL="102870" marR="132080" indent="-90805">
              <a:lnSpc>
                <a:spcPts val="1000"/>
              </a:lnSpc>
              <a:spcBef>
                <a:spcPts val="60"/>
              </a:spcBef>
              <a:buChar char="•"/>
              <a:tabLst>
                <a:tab pos="102870" algn="l"/>
              </a:tabLst>
            </a:pPr>
            <a:r>
              <a:rPr sz="900" dirty="0">
                <a:latin typeface="Times New Roman"/>
                <a:cs typeface="Times New Roman"/>
              </a:rPr>
              <a:t>Study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relationships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between </a:t>
            </a:r>
            <a:r>
              <a:rPr sz="900" dirty="0">
                <a:latin typeface="Times New Roman"/>
                <a:cs typeface="Times New Roman"/>
              </a:rPr>
              <a:t>usage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variables.</a:t>
            </a:r>
            <a:endParaRPr sz="900">
              <a:latin typeface="Times New Roman"/>
              <a:cs typeface="Times New Roman"/>
            </a:endParaRPr>
          </a:p>
          <a:p>
            <a:pPr marL="102870" marR="93345" indent="-90805">
              <a:lnSpc>
                <a:spcPts val="1000"/>
              </a:lnSpc>
              <a:buChar char="•"/>
              <a:tabLst>
                <a:tab pos="102870" algn="l"/>
              </a:tabLst>
            </a:pPr>
            <a:r>
              <a:rPr sz="900" dirty="0">
                <a:latin typeface="Times New Roman"/>
                <a:cs typeface="Times New Roman"/>
              </a:rPr>
              <a:t>Support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better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understanding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digital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habits.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177786" y="1531239"/>
            <a:ext cx="1083945" cy="110109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75"/>
              </a:spcBef>
            </a:pPr>
            <a:r>
              <a:rPr sz="1100" b="1" spc="-10" dirty="0">
                <a:solidFill>
                  <a:srgbClr val="5B2A91"/>
                </a:solidFill>
                <a:latin typeface="Arial"/>
                <a:cs typeface="Arial"/>
              </a:rPr>
              <a:t>SOURCE: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ts val="1100"/>
              </a:lnSpc>
              <a:spcBef>
                <a:spcPts val="275"/>
              </a:spcBef>
            </a:pPr>
            <a:r>
              <a:rPr sz="1000" b="1" dirty="0">
                <a:latin typeface="Times New Roman" pitchFamily="18" charset="0"/>
                <a:cs typeface="Times New Roman" pitchFamily="18" charset="0"/>
              </a:rPr>
              <a:t>Social</a:t>
            </a:r>
            <a:r>
              <a:rPr sz="10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000" b="1" dirty="0">
                <a:latin typeface="Times New Roman" pitchFamily="18" charset="0"/>
                <a:cs typeface="Times New Roman" pitchFamily="18" charset="0"/>
              </a:rPr>
              <a:t>Media</a:t>
            </a:r>
            <a:r>
              <a:rPr sz="10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000" b="1" spc="-20" dirty="0">
                <a:latin typeface="Times New Roman" pitchFamily="18" charset="0"/>
                <a:cs typeface="Times New Roman" pitchFamily="18" charset="0"/>
              </a:rPr>
              <a:t>Usage </a:t>
            </a:r>
            <a:r>
              <a:rPr sz="1000" b="1" spc="-10" dirty="0">
                <a:latin typeface="Times New Roman" pitchFamily="18" charset="0"/>
                <a:cs typeface="Times New Roman" pitchFamily="18" charset="0"/>
              </a:rPr>
              <a:t>Dataset</a:t>
            </a:r>
            <a:endParaRPr sz="1000" dirty="0">
              <a:latin typeface="Times New Roman" pitchFamily="18" charset="0"/>
              <a:cs typeface="Times New Roman" pitchFamily="18" charset="0"/>
            </a:endParaRPr>
          </a:p>
          <a:p>
            <a:pPr marL="85725" marR="156845">
              <a:lnSpc>
                <a:spcPct val="100000"/>
              </a:lnSpc>
              <a:spcBef>
                <a:spcPts val="545"/>
              </a:spcBef>
            </a:pPr>
            <a:r>
              <a:rPr sz="1000" b="1" spc="-10" dirty="0">
                <a:solidFill>
                  <a:srgbClr val="5B2A91"/>
                </a:solidFill>
                <a:latin typeface="Times New Roman" pitchFamily="18" charset="0"/>
                <a:cs typeface="Times New Roman" pitchFamily="18" charset="0"/>
              </a:rPr>
              <a:t>TOTAL RESPONSES:</a:t>
            </a:r>
            <a:endParaRPr sz="1000" dirty="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000" b="1" dirty="0">
                <a:latin typeface="Times New Roman" pitchFamily="18" charset="0"/>
                <a:cs typeface="Times New Roman" pitchFamily="18" charset="0"/>
              </a:rPr>
              <a:t>10,000 </a:t>
            </a:r>
            <a:r>
              <a:rPr sz="1000" b="1" spc="-10" dirty="0">
                <a:latin typeface="Times New Roman" pitchFamily="18" charset="0"/>
                <a:cs typeface="Times New Roman" pitchFamily="18" charset="0"/>
              </a:rPr>
              <a:t>Customers</a:t>
            </a:r>
            <a:endParaRPr sz="1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3980" y="2887611"/>
            <a:ext cx="4612640" cy="379095"/>
            <a:chOff x="93980" y="2887611"/>
            <a:chExt cx="4612640" cy="379095"/>
          </a:xfrm>
        </p:grpSpPr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980" y="2887611"/>
              <a:ext cx="4612640" cy="37896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37160" y="2907792"/>
              <a:ext cx="4526280" cy="292735"/>
            </a:xfrm>
            <a:custGeom>
              <a:avLst/>
              <a:gdLst/>
              <a:ahLst/>
              <a:cxnLst/>
              <a:rect l="l" t="t" r="r" b="b"/>
              <a:pathLst>
                <a:path w="4526280" h="292735">
                  <a:moveTo>
                    <a:pt x="4477510" y="0"/>
                  </a:moveTo>
                  <a:lnTo>
                    <a:pt x="48769" y="0"/>
                  </a:lnTo>
                  <a:lnTo>
                    <a:pt x="29785" y="3832"/>
                  </a:lnTo>
                  <a:lnTo>
                    <a:pt x="14284" y="14284"/>
                  </a:lnTo>
                  <a:lnTo>
                    <a:pt x="3832" y="29786"/>
                  </a:lnTo>
                  <a:lnTo>
                    <a:pt x="0" y="48769"/>
                  </a:lnTo>
                  <a:lnTo>
                    <a:pt x="0" y="243838"/>
                  </a:lnTo>
                  <a:lnTo>
                    <a:pt x="3832" y="262821"/>
                  </a:lnTo>
                  <a:lnTo>
                    <a:pt x="14284" y="278323"/>
                  </a:lnTo>
                  <a:lnTo>
                    <a:pt x="29785" y="288775"/>
                  </a:lnTo>
                  <a:lnTo>
                    <a:pt x="48769" y="292608"/>
                  </a:lnTo>
                  <a:lnTo>
                    <a:pt x="4477510" y="292608"/>
                  </a:lnTo>
                  <a:lnTo>
                    <a:pt x="4496493" y="288775"/>
                  </a:lnTo>
                  <a:lnTo>
                    <a:pt x="4511995" y="278323"/>
                  </a:lnTo>
                  <a:lnTo>
                    <a:pt x="4522447" y="262821"/>
                  </a:lnTo>
                  <a:lnTo>
                    <a:pt x="4526280" y="243838"/>
                  </a:lnTo>
                  <a:lnTo>
                    <a:pt x="4526280" y="48769"/>
                  </a:lnTo>
                  <a:lnTo>
                    <a:pt x="4522447" y="29786"/>
                  </a:lnTo>
                  <a:lnTo>
                    <a:pt x="4511995" y="14284"/>
                  </a:lnTo>
                  <a:lnTo>
                    <a:pt x="4496493" y="3832"/>
                  </a:lnTo>
                  <a:lnTo>
                    <a:pt x="4477510" y="0"/>
                  </a:lnTo>
                  <a:close/>
                </a:path>
              </a:pathLst>
            </a:custGeom>
            <a:solidFill>
              <a:srgbClr val="0E82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7160" y="2907792"/>
              <a:ext cx="4526280" cy="292735"/>
            </a:xfrm>
            <a:custGeom>
              <a:avLst/>
              <a:gdLst/>
              <a:ahLst/>
              <a:cxnLst/>
              <a:rect l="l" t="t" r="r" b="b"/>
              <a:pathLst>
                <a:path w="4526280" h="292735">
                  <a:moveTo>
                    <a:pt x="48768" y="0"/>
                  </a:moveTo>
                  <a:lnTo>
                    <a:pt x="4477510" y="0"/>
                  </a:lnTo>
                  <a:lnTo>
                    <a:pt x="4496493" y="3832"/>
                  </a:lnTo>
                  <a:lnTo>
                    <a:pt x="4511995" y="14284"/>
                  </a:lnTo>
                  <a:lnTo>
                    <a:pt x="4522447" y="29785"/>
                  </a:lnTo>
                  <a:lnTo>
                    <a:pt x="4526280" y="48768"/>
                  </a:lnTo>
                  <a:lnTo>
                    <a:pt x="4526280" y="243838"/>
                  </a:lnTo>
                  <a:lnTo>
                    <a:pt x="4522447" y="262822"/>
                  </a:lnTo>
                  <a:lnTo>
                    <a:pt x="4511995" y="278323"/>
                  </a:lnTo>
                  <a:lnTo>
                    <a:pt x="4496493" y="288775"/>
                  </a:lnTo>
                  <a:lnTo>
                    <a:pt x="4477510" y="292608"/>
                  </a:lnTo>
                  <a:lnTo>
                    <a:pt x="48768" y="292608"/>
                  </a:lnTo>
                  <a:lnTo>
                    <a:pt x="29785" y="288775"/>
                  </a:lnTo>
                  <a:lnTo>
                    <a:pt x="14284" y="278323"/>
                  </a:lnTo>
                  <a:lnTo>
                    <a:pt x="3832" y="262822"/>
                  </a:lnTo>
                  <a:lnTo>
                    <a:pt x="0" y="243838"/>
                  </a:lnTo>
                  <a:lnTo>
                    <a:pt x="0" y="48768"/>
                  </a:lnTo>
                  <a:lnTo>
                    <a:pt x="3832" y="29785"/>
                  </a:lnTo>
                  <a:lnTo>
                    <a:pt x="14284" y="14284"/>
                  </a:lnTo>
                  <a:lnTo>
                    <a:pt x="29785" y="3832"/>
                  </a:lnTo>
                  <a:lnTo>
                    <a:pt x="48768" y="0"/>
                  </a:lnTo>
                  <a:close/>
                </a:path>
              </a:pathLst>
            </a:custGeom>
            <a:ln w="10160">
              <a:solidFill>
                <a:srgbClr val="0E82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37160" y="2907792"/>
            <a:ext cx="4526280" cy="2927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3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r>
              <a:rPr sz="16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PIPELINE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14019" y="3253371"/>
            <a:ext cx="3652520" cy="470534"/>
            <a:chOff x="414019" y="3253371"/>
            <a:chExt cx="3652520" cy="470534"/>
          </a:xfrm>
        </p:grpSpPr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4019" y="3253371"/>
              <a:ext cx="3652520" cy="47040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57199" y="3273551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60" h="384175">
                  <a:moveTo>
                    <a:pt x="3502150" y="0"/>
                  </a:moveTo>
                  <a:lnTo>
                    <a:pt x="64009" y="0"/>
                  </a:lnTo>
                  <a:lnTo>
                    <a:pt x="39093" y="5030"/>
                  </a:lnTo>
                  <a:lnTo>
                    <a:pt x="18747" y="18747"/>
                  </a:lnTo>
                  <a:lnTo>
                    <a:pt x="5030" y="39093"/>
                  </a:lnTo>
                  <a:lnTo>
                    <a:pt x="0" y="64009"/>
                  </a:lnTo>
                  <a:lnTo>
                    <a:pt x="0" y="320038"/>
                  </a:lnTo>
                  <a:lnTo>
                    <a:pt x="5030" y="344954"/>
                  </a:lnTo>
                  <a:lnTo>
                    <a:pt x="18747" y="365300"/>
                  </a:lnTo>
                  <a:lnTo>
                    <a:pt x="39093" y="379017"/>
                  </a:lnTo>
                  <a:lnTo>
                    <a:pt x="64009" y="384048"/>
                  </a:lnTo>
                  <a:lnTo>
                    <a:pt x="3502150" y="384048"/>
                  </a:lnTo>
                  <a:lnTo>
                    <a:pt x="3527066" y="379017"/>
                  </a:lnTo>
                  <a:lnTo>
                    <a:pt x="3547412" y="365300"/>
                  </a:lnTo>
                  <a:lnTo>
                    <a:pt x="3561129" y="344954"/>
                  </a:lnTo>
                  <a:lnTo>
                    <a:pt x="3566160" y="320038"/>
                  </a:lnTo>
                  <a:lnTo>
                    <a:pt x="3566160" y="64009"/>
                  </a:lnTo>
                  <a:lnTo>
                    <a:pt x="3561129" y="39093"/>
                  </a:lnTo>
                  <a:lnTo>
                    <a:pt x="3547412" y="18747"/>
                  </a:lnTo>
                  <a:lnTo>
                    <a:pt x="3527066" y="5030"/>
                  </a:lnTo>
                  <a:lnTo>
                    <a:pt x="3502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7199" y="3273551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60" h="384175">
                  <a:moveTo>
                    <a:pt x="64009" y="0"/>
                  </a:moveTo>
                  <a:lnTo>
                    <a:pt x="3502150" y="0"/>
                  </a:lnTo>
                  <a:lnTo>
                    <a:pt x="3527066" y="5030"/>
                  </a:lnTo>
                  <a:lnTo>
                    <a:pt x="3547412" y="18747"/>
                  </a:lnTo>
                  <a:lnTo>
                    <a:pt x="3561129" y="39093"/>
                  </a:lnTo>
                  <a:lnTo>
                    <a:pt x="3566160" y="64009"/>
                  </a:lnTo>
                  <a:lnTo>
                    <a:pt x="3566160" y="320038"/>
                  </a:lnTo>
                  <a:lnTo>
                    <a:pt x="3561129" y="344954"/>
                  </a:lnTo>
                  <a:lnTo>
                    <a:pt x="3547412" y="365300"/>
                  </a:lnTo>
                  <a:lnTo>
                    <a:pt x="3527066" y="379017"/>
                  </a:lnTo>
                  <a:lnTo>
                    <a:pt x="3502150" y="384048"/>
                  </a:lnTo>
                  <a:lnTo>
                    <a:pt x="64009" y="384048"/>
                  </a:lnTo>
                  <a:lnTo>
                    <a:pt x="39093" y="379017"/>
                  </a:lnTo>
                  <a:lnTo>
                    <a:pt x="18747" y="365300"/>
                  </a:lnTo>
                  <a:lnTo>
                    <a:pt x="5030" y="344954"/>
                  </a:lnTo>
                  <a:lnTo>
                    <a:pt x="0" y="320038"/>
                  </a:lnTo>
                  <a:lnTo>
                    <a:pt x="0" y="64009"/>
                  </a:lnTo>
                  <a:lnTo>
                    <a:pt x="5030" y="39093"/>
                  </a:lnTo>
                  <a:lnTo>
                    <a:pt x="18747" y="18747"/>
                  </a:lnTo>
                  <a:lnTo>
                    <a:pt x="39093" y="5030"/>
                  </a:lnTo>
                  <a:lnTo>
                    <a:pt x="64009" y="0"/>
                  </a:lnTo>
                  <a:close/>
                </a:path>
              </a:pathLst>
            </a:custGeom>
            <a:ln w="10160">
              <a:solidFill>
                <a:srgbClr val="2353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614222" y="3359557"/>
            <a:ext cx="12522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1E2D41"/>
                </a:solidFill>
                <a:latin typeface="Times New Roman"/>
                <a:cs typeface="Times New Roman"/>
              </a:rPr>
              <a:t>DATA</a:t>
            </a:r>
            <a:r>
              <a:rPr sz="1000" b="1" spc="-35" dirty="0">
                <a:solidFill>
                  <a:srgbClr val="1E2D41"/>
                </a:solidFill>
                <a:latin typeface="Times New Roman"/>
                <a:cs typeface="Times New Roman"/>
              </a:rPr>
              <a:t> </a:t>
            </a:r>
            <a:r>
              <a:rPr sz="1000" b="1" spc="-10" dirty="0">
                <a:solidFill>
                  <a:srgbClr val="1E2D41"/>
                </a:solidFill>
                <a:latin typeface="Times New Roman"/>
                <a:cs typeface="Times New Roman"/>
              </a:rPr>
              <a:t>COLLECTION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14019" y="3637737"/>
            <a:ext cx="3652520" cy="795020"/>
            <a:chOff x="414019" y="3637737"/>
            <a:chExt cx="3652520" cy="795020"/>
          </a:xfrm>
        </p:grpSpPr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77377" y="3637737"/>
              <a:ext cx="542925" cy="39020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920239" y="3657600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200" y="152241"/>
                  </a:moveTo>
                  <a:lnTo>
                    <a:pt x="0" y="152241"/>
                  </a:lnTo>
                  <a:lnTo>
                    <a:pt x="228600" y="304482"/>
                  </a:lnTo>
                  <a:lnTo>
                    <a:pt x="457200" y="152241"/>
                  </a:lnTo>
                  <a:close/>
                </a:path>
                <a:path w="457200" h="304800">
                  <a:moveTo>
                    <a:pt x="342900" y="0"/>
                  </a:moveTo>
                  <a:lnTo>
                    <a:pt x="114300" y="0"/>
                  </a:lnTo>
                  <a:lnTo>
                    <a:pt x="114300" y="152241"/>
                  </a:lnTo>
                  <a:lnTo>
                    <a:pt x="342900" y="152241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2353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920239" y="3657600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0" y="152241"/>
                  </a:moveTo>
                  <a:lnTo>
                    <a:pt x="114300" y="152241"/>
                  </a:lnTo>
                  <a:lnTo>
                    <a:pt x="114300" y="0"/>
                  </a:lnTo>
                  <a:lnTo>
                    <a:pt x="342900" y="0"/>
                  </a:lnTo>
                  <a:lnTo>
                    <a:pt x="342900" y="152241"/>
                  </a:lnTo>
                  <a:lnTo>
                    <a:pt x="457200" y="152241"/>
                  </a:lnTo>
                  <a:lnTo>
                    <a:pt x="228600" y="304482"/>
                  </a:lnTo>
                  <a:lnTo>
                    <a:pt x="0" y="152241"/>
                  </a:lnTo>
                  <a:close/>
                </a:path>
              </a:pathLst>
            </a:custGeom>
            <a:ln w="9525">
              <a:solidFill>
                <a:srgbClr val="2353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4019" y="3962031"/>
              <a:ext cx="3652520" cy="470408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57199" y="3982212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60" h="384175">
                  <a:moveTo>
                    <a:pt x="3502150" y="0"/>
                  </a:moveTo>
                  <a:lnTo>
                    <a:pt x="64009" y="0"/>
                  </a:lnTo>
                  <a:lnTo>
                    <a:pt x="39093" y="5030"/>
                  </a:lnTo>
                  <a:lnTo>
                    <a:pt x="18747" y="18747"/>
                  </a:lnTo>
                  <a:lnTo>
                    <a:pt x="5030" y="39093"/>
                  </a:lnTo>
                  <a:lnTo>
                    <a:pt x="0" y="64009"/>
                  </a:lnTo>
                  <a:lnTo>
                    <a:pt x="0" y="320038"/>
                  </a:lnTo>
                  <a:lnTo>
                    <a:pt x="5030" y="344954"/>
                  </a:lnTo>
                  <a:lnTo>
                    <a:pt x="18747" y="365300"/>
                  </a:lnTo>
                  <a:lnTo>
                    <a:pt x="39093" y="379017"/>
                  </a:lnTo>
                  <a:lnTo>
                    <a:pt x="64009" y="384048"/>
                  </a:lnTo>
                  <a:lnTo>
                    <a:pt x="3502150" y="384048"/>
                  </a:lnTo>
                  <a:lnTo>
                    <a:pt x="3527066" y="379017"/>
                  </a:lnTo>
                  <a:lnTo>
                    <a:pt x="3547412" y="365300"/>
                  </a:lnTo>
                  <a:lnTo>
                    <a:pt x="3561129" y="344954"/>
                  </a:lnTo>
                  <a:lnTo>
                    <a:pt x="3566160" y="320038"/>
                  </a:lnTo>
                  <a:lnTo>
                    <a:pt x="3566160" y="64009"/>
                  </a:lnTo>
                  <a:lnTo>
                    <a:pt x="3561129" y="39093"/>
                  </a:lnTo>
                  <a:lnTo>
                    <a:pt x="3547412" y="18747"/>
                  </a:lnTo>
                  <a:lnTo>
                    <a:pt x="3527066" y="5030"/>
                  </a:lnTo>
                  <a:lnTo>
                    <a:pt x="3502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57199" y="3982212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60" h="384175">
                  <a:moveTo>
                    <a:pt x="64009" y="0"/>
                  </a:moveTo>
                  <a:lnTo>
                    <a:pt x="3502150" y="0"/>
                  </a:lnTo>
                  <a:lnTo>
                    <a:pt x="3527066" y="5030"/>
                  </a:lnTo>
                  <a:lnTo>
                    <a:pt x="3547412" y="18747"/>
                  </a:lnTo>
                  <a:lnTo>
                    <a:pt x="3561129" y="39093"/>
                  </a:lnTo>
                  <a:lnTo>
                    <a:pt x="3566160" y="64009"/>
                  </a:lnTo>
                  <a:lnTo>
                    <a:pt x="3566160" y="320038"/>
                  </a:lnTo>
                  <a:lnTo>
                    <a:pt x="3561129" y="344954"/>
                  </a:lnTo>
                  <a:lnTo>
                    <a:pt x="3547412" y="365300"/>
                  </a:lnTo>
                  <a:lnTo>
                    <a:pt x="3527066" y="379017"/>
                  </a:lnTo>
                  <a:lnTo>
                    <a:pt x="3502150" y="384048"/>
                  </a:lnTo>
                  <a:lnTo>
                    <a:pt x="64009" y="384048"/>
                  </a:lnTo>
                  <a:lnTo>
                    <a:pt x="39093" y="379017"/>
                  </a:lnTo>
                  <a:lnTo>
                    <a:pt x="18747" y="365300"/>
                  </a:lnTo>
                  <a:lnTo>
                    <a:pt x="5030" y="344954"/>
                  </a:lnTo>
                  <a:lnTo>
                    <a:pt x="0" y="320038"/>
                  </a:lnTo>
                  <a:lnTo>
                    <a:pt x="0" y="64009"/>
                  </a:lnTo>
                  <a:lnTo>
                    <a:pt x="5030" y="39093"/>
                  </a:lnTo>
                  <a:lnTo>
                    <a:pt x="18747" y="18747"/>
                  </a:lnTo>
                  <a:lnTo>
                    <a:pt x="39093" y="5030"/>
                  </a:lnTo>
                  <a:lnTo>
                    <a:pt x="64009" y="0"/>
                  </a:lnTo>
                  <a:close/>
                </a:path>
              </a:pathLst>
            </a:custGeom>
            <a:ln w="10160">
              <a:solidFill>
                <a:srgbClr val="0E82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702464" y="4068217"/>
            <a:ext cx="10756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1E2D41"/>
                </a:solidFill>
                <a:latin typeface="Times New Roman"/>
                <a:cs typeface="Times New Roman"/>
              </a:rPr>
              <a:t>DATA</a:t>
            </a:r>
            <a:r>
              <a:rPr sz="1000" b="1" spc="-35" dirty="0">
                <a:solidFill>
                  <a:srgbClr val="1E2D41"/>
                </a:solidFill>
                <a:latin typeface="Times New Roman"/>
                <a:cs typeface="Times New Roman"/>
              </a:rPr>
              <a:t> </a:t>
            </a:r>
            <a:r>
              <a:rPr sz="1000" b="1" spc="-10" dirty="0">
                <a:solidFill>
                  <a:srgbClr val="1E2D41"/>
                </a:solidFill>
                <a:latin typeface="Times New Roman"/>
                <a:cs typeface="Times New Roman"/>
              </a:rPr>
              <a:t>CLEANING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14019" y="4343857"/>
            <a:ext cx="3652520" cy="746760"/>
            <a:chOff x="414019" y="4343857"/>
            <a:chExt cx="3652520" cy="746760"/>
          </a:xfrm>
        </p:grpSpPr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77377" y="4343857"/>
              <a:ext cx="542925" cy="360045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920239" y="4363720"/>
              <a:ext cx="457200" cy="274320"/>
            </a:xfrm>
            <a:custGeom>
              <a:avLst/>
              <a:gdLst/>
              <a:ahLst/>
              <a:cxnLst/>
              <a:rect l="l" t="t" r="r" b="b"/>
              <a:pathLst>
                <a:path w="457200" h="274320">
                  <a:moveTo>
                    <a:pt x="457200" y="137159"/>
                  </a:moveTo>
                  <a:lnTo>
                    <a:pt x="0" y="137159"/>
                  </a:lnTo>
                  <a:lnTo>
                    <a:pt x="228600" y="274319"/>
                  </a:lnTo>
                  <a:lnTo>
                    <a:pt x="457200" y="137159"/>
                  </a:lnTo>
                  <a:close/>
                </a:path>
                <a:path w="457200" h="274320">
                  <a:moveTo>
                    <a:pt x="342900" y="0"/>
                  </a:moveTo>
                  <a:lnTo>
                    <a:pt x="114300" y="0"/>
                  </a:lnTo>
                  <a:lnTo>
                    <a:pt x="114300" y="137159"/>
                  </a:lnTo>
                  <a:lnTo>
                    <a:pt x="342900" y="137159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0E82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920239" y="4363720"/>
              <a:ext cx="457200" cy="274320"/>
            </a:xfrm>
            <a:custGeom>
              <a:avLst/>
              <a:gdLst/>
              <a:ahLst/>
              <a:cxnLst/>
              <a:rect l="l" t="t" r="r" b="b"/>
              <a:pathLst>
                <a:path w="457200" h="274320">
                  <a:moveTo>
                    <a:pt x="0" y="137160"/>
                  </a:moveTo>
                  <a:lnTo>
                    <a:pt x="114300" y="137160"/>
                  </a:lnTo>
                  <a:lnTo>
                    <a:pt x="114300" y="0"/>
                  </a:lnTo>
                  <a:lnTo>
                    <a:pt x="342900" y="0"/>
                  </a:lnTo>
                  <a:lnTo>
                    <a:pt x="342900" y="137160"/>
                  </a:lnTo>
                  <a:lnTo>
                    <a:pt x="457200" y="137160"/>
                  </a:lnTo>
                  <a:lnTo>
                    <a:pt x="228600" y="274320"/>
                  </a:lnTo>
                  <a:lnTo>
                    <a:pt x="0" y="137160"/>
                  </a:lnTo>
                  <a:close/>
                </a:path>
              </a:pathLst>
            </a:custGeom>
            <a:ln w="9525">
              <a:solidFill>
                <a:srgbClr val="0E82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4019" y="4619891"/>
              <a:ext cx="3652520" cy="470408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57199" y="4640072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60" h="384175">
                  <a:moveTo>
                    <a:pt x="3502150" y="0"/>
                  </a:moveTo>
                  <a:lnTo>
                    <a:pt x="64009" y="0"/>
                  </a:lnTo>
                  <a:lnTo>
                    <a:pt x="39093" y="5030"/>
                  </a:lnTo>
                  <a:lnTo>
                    <a:pt x="18747" y="18747"/>
                  </a:lnTo>
                  <a:lnTo>
                    <a:pt x="5030" y="39093"/>
                  </a:lnTo>
                  <a:lnTo>
                    <a:pt x="0" y="64009"/>
                  </a:lnTo>
                  <a:lnTo>
                    <a:pt x="0" y="320038"/>
                  </a:lnTo>
                  <a:lnTo>
                    <a:pt x="5030" y="344954"/>
                  </a:lnTo>
                  <a:lnTo>
                    <a:pt x="18747" y="365300"/>
                  </a:lnTo>
                  <a:lnTo>
                    <a:pt x="39093" y="379017"/>
                  </a:lnTo>
                  <a:lnTo>
                    <a:pt x="64009" y="384048"/>
                  </a:lnTo>
                  <a:lnTo>
                    <a:pt x="3502150" y="384048"/>
                  </a:lnTo>
                  <a:lnTo>
                    <a:pt x="3527066" y="379017"/>
                  </a:lnTo>
                  <a:lnTo>
                    <a:pt x="3547412" y="365300"/>
                  </a:lnTo>
                  <a:lnTo>
                    <a:pt x="3561129" y="344954"/>
                  </a:lnTo>
                  <a:lnTo>
                    <a:pt x="3566160" y="320038"/>
                  </a:lnTo>
                  <a:lnTo>
                    <a:pt x="3566160" y="64009"/>
                  </a:lnTo>
                  <a:lnTo>
                    <a:pt x="3561129" y="39093"/>
                  </a:lnTo>
                  <a:lnTo>
                    <a:pt x="3547412" y="18747"/>
                  </a:lnTo>
                  <a:lnTo>
                    <a:pt x="3527066" y="5030"/>
                  </a:lnTo>
                  <a:lnTo>
                    <a:pt x="3502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199" y="4640072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60" h="384175">
                  <a:moveTo>
                    <a:pt x="64009" y="0"/>
                  </a:moveTo>
                  <a:lnTo>
                    <a:pt x="3502150" y="0"/>
                  </a:lnTo>
                  <a:lnTo>
                    <a:pt x="3527066" y="5030"/>
                  </a:lnTo>
                  <a:lnTo>
                    <a:pt x="3547412" y="18747"/>
                  </a:lnTo>
                  <a:lnTo>
                    <a:pt x="3561129" y="39093"/>
                  </a:lnTo>
                  <a:lnTo>
                    <a:pt x="3566160" y="64009"/>
                  </a:lnTo>
                  <a:lnTo>
                    <a:pt x="3566160" y="320038"/>
                  </a:lnTo>
                  <a:lnTo>
                    <a:pt x="3561129" y="344954"/>
                  </a:lnTo>
                  <a:lnTo>
                    <a:pt x="3547412" y="365300"/>
                  </a:lnTo>
                  <a:lnTo>
                    <a:pt x="3527066" y="379017"/>
                  </a:lnTo>
                  <a:lnTo>
                    <a:pt x="3502150" y="384048"/>
                  </a:lnTo>
                  <a:lnTo>
                    <a:pt x="64009" y="384048"/>
                  </a:lnTo>
                  <a:lnTo>
                    <a:pt x="39093" y="379017"/>
                  </a:lnTo>
                  <a:lnTo>
                    <a:pt x="18747" y="365300"/>
                  </a:lnTo>
                  <a:lnTo>
                    <a:pt x="5030" y="344954"/>
                  </a:lnTo>
                  <a:lnTo>
                    <a:pt x="0" y="320038"/>
                  </a:lnTo>
                  <a:lnTo>
                    <a:pt x="0" y="64009"/>
                  </a:lnTo>
                  <a:lnTo>
                    <a:pt x="5030" y="39093"/>
                  </a:lnTo>
                  <a:lnTo>
                    <a:pt x="18747" y="18747"/>
                  </a:lnTo>
                  <a:lnTo>
                    <a:pt x="39093" y="5030"/>
                  </a:lnTo>
                  <a:lnTo>
                    <a:pt x="64009" y="0"/>
                  </a:lnTo>
                  <a:close/>
                </a:path>
              </a:pathLst>
            </a:custGeom>
            <a:ln w="10160">
              <a:solidFill>
                <a:srgbClr val="1482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412962" y="4726077"/>
            <a:ext cx="16548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1E2D41"/>
                </a:solidFill>
                <a:latin typeface="Times New Roman"/>
                <a:cs typeface="Times New Roman"/>
              </a:rPr>
              <a:t>DESCRIPTIVE</a:t>
            </a:r>
            <a:r>
              <a:rPr sz="1000" b="1" spc="-50" dirty="0">
                <a:solidFill>
                  <a:srgbClr val="1E2D41"/>
                </a:solidFill>
                <a:latin typeface="Times New Roman"/>
                <a:cs typeface="Times New Roman"/>
              </a:rPr>
              <a:t> </a:t>
            </a:r>
            <a:r>
              <a:rPr sz="1000" b="1" spc="-10" dirty="0">
                <a:solidFill>
                  <a:srgbClr val="1E2D41"/>
                </a:solidFill>
                <a:latin typeface="Times New Roman"/>
                <a:cs typeface="Times New Roman"/>
              </a:rPr>
              <a:t>STATISTICS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414019" y="4995494"/>
            <a:ext cx="3652520" cy="778510"/>
            <a:chOff x="414019" y="4995494"/>
            <a:chExt cx="3652520" cy="778510"/>
          </a:xfrm>
        </p:grpSpPr>
        <p:pic>
          <p:nvPicPr>
            <p:cNvPr id="64" name="object 6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77377" y="4995494"/>
              <a:ext cx="542925" cy="378967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920239" y="5015357"/>
              <a:ext cx="457200" cy="293370"/>
            </a:xfrm>
            <a:custGeom>
              <a:avLst/>
              <a:gdLst/>
              <a:ahLst/>
              <a:cxnLst/>
              <a:rect l="l" t="t" r="r" b="b"/>
              <a:pathLst>
                <a:path w="457200" h="293370">
                  <a:moveTo>
                    <a:pt x="457200" y="146621"/>
                  </a:moveTo>
                  <a:lnTo>
                    <a:pt x="0" y="146621"/>
                  </a:lnTo>
                  <a:lnTo>
                    <a:pt x="228600" y="293242"/>
                  </a:lnTo>
                  <a:lnTo>
                    <a:pt x="457200" y="146621"/>
                  </a:lnTo>
                  <a:close/>
                </a:path>
                <a:path w="457200" h="293370">
                  <a:moveTo>
                    <a:pt x="342900" y="0"/>
                  </a:moveTo>
                  <a:lnTo>
                    <a:pt x="114300" y="0"/>
                  </a:lnTo>
                  <a:lnTo>
                    <a:pt x="114300" y="146621"/>
                  </a:lnTo>
                  <a:lnTo>
                    <a:pt x="342900" y="146621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148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920239" y="5015357"/>
              <a:ext cx="457200" cy="293370"/>
            </a:xfrm>
            <a:custGeom>
              <a:avLst/>
              <a:gdLst/>
              <a:ahLst/>
              <a:cxnLst/>
              <a:rect l="l" t="t" r="r" b="b"/>
              <a:pathLst>
                <a:path w="457200" h="293370">
                  <a:moveTo>
                    <a:pt x="0" y="146621"/>
                  </a:moveTo>
                  <a:lnTo>
                    <a:pt x="114300" y="146621"/>
                  </a:lnTo>
                  <a:lnTo>
                    <a:pt x="114300" y="0"/>
                  </a:lnTo>
                  <a:lnTo>
                    <a:pt x="342900" y="0"/>
                  </a:lnTo>
                  <a:lnTo>
                    <a:pt x="342900" y="146621"/>
                  </a:lnTo>
                  <a:lnTo>
                    <a:pt x="457200" y="146621"/>
                  </a:lnTo>
                  <a:lnTo>
                    <a:pt x="228600" y="293243"/>
                  </a:lnTo>
                  <a:lnTo>
                    <a:pt x="0" y="146621"/>
                  </a:lnTo>
                  <a:close/>
                </a:path>
              </a:pathLst>
            </a:custGeom>
            <a:ln w="9525">
              <a:solidFill>
                <a:srgbClr val="1482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4019" y="5303151"/>
              <a:ext cx="3652520" cy="470408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57199" y="5323332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60" h="384175">
                  <a:moveTo>
                    <a:pt x="3502150" y="0"/>
                  </a:moveTo>
                  <a:lnTo>
                    <a:pt x="64009" y="0"/>
                  </a:lnTo>
                  <a:lnTo>
                    <a:pt x="39093" y="5030"/>
                  </a:lnTo>
                  <a:lnTo>
                    <a:pt x="18747" y="18747"/>
                  </a:lnTo>
                  <a:lnTo>
                    <a:pt x="5030" y="39093"/>
                  </a:lnTo>
                  <a:lnTo>
                    <a:pt x="0" y="64009"/>
                  </a:lnTo>
                  <a:lnTo>
                    <a:pt x="0" y="320038"/>
                  </a:lnTo>
                  <a:lnTo>
                    <a:pt x="5030" y="344954"/>
                  </a:lnTo>
                  <a:lnTo>
                    <a:pt x="18747" y="365300"/>
                  </a:lnTo>
                  <a:lnTo>
                    <a:pt x="39093" y="379017"/>
                  </a:lnTo>
                  <a:lnTo>
                    <a:pt x="64009" y="384047"/>
                  </a:lnTo>
                  <a:lnTo>
                    <a:pt x="3502150" y="384047"/>
                  </a:lnTo>
                  <a:lnTo>
                    <a:pt x="3527066" y="379017"/>
                  </a:lnTo>
                  <a:lnTo>
                    <a:pt x="3547412" y="365300"/>
                  </a:lnTo>
                  <a:lnTo>
                    <a:pt x="3561129" y="344954"/>
                  </a:lnTo>
                  <a:lnTo>
                    <a:pt x="3566160" y="320038"/>
                  </a:lnTo>
                  <a:lnTo>
                    <a:pt x="3566160" y="64009"/>
                  </a:lnTo>
                  <a:lnTo>
                    <a:pt x="3561129" y="39093"/>
                  </a:lnTo>
                  <a:lnTo>
                    <a:pt x="3547412" y="18747"/>
                  </a:lnTo>
                  <a:lnTo>
                    <a:pt x="3527066" y="5030"/>
                  </a:lnTo>
                  <a:lnTo>
                    <a:pt x="3502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57199" y="5323332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60" h="384175">
                  <a:moveTo>
                    <a:pt x="64009" y="0"/>
                  </a:moveTo>
                  <a:lnTo>
                    <a:pt x="3502150" y="0"/>
                  </a:lnTo>
                  <a:lnTo>
                    <a:pt x="3527066" y="5030"/>
                  </a:lnTo>
                  <a:lnTo>
                    <a:pt x="3547412" y="18747"/>
                  </a:lnTo>
                  <a:lnTo>
                    <a:pt x="3561129" y="39093"/>
                  </a:lnTo>
                  <a:lnTo>
                    <a:pt x="3566160" y="64009"/>
                  </a:lnTo>
                  <a:lnTo>
                    <a:pt x="3566160" y="320038"/>
                  </a:lnTo>
                  <a:lnTo>
                    <a:pt x="3561129" y="344954"/>
                  </a:lnTo>
                  <a:lnTo>
                    <a:pt x="3547412" y="365300"/>
                  </a:lnTo>
                  <a:lnTo>
                    <a:pt x="3527066" y="379017"/>
                  </a:lnTo>
                  <a:lnTo>
                    <a:pt x="3502150" y="384048"/>
                  </a:lnTo>
                  <a:lnTo>
                    <a:pt x="64009" y="384048"/>
                  </a:lnTo>
                  <a:lnTo>
                    <a:pt x="39093" y="379017"/>
                  </a:lnTo>
                  <a:lnTo>
                    <a:pt x="18747" y="365300"/>
                  </a:lnTo>
                  <a:lnTo>
                    <a:pt x="5030" y="344954"/>
                  </a:lnTo>
                  <a:lnTo>
                    <a:pt x="0" y="320038"/>
                  </a:lnTo>
                  <a:lnTo>
                    <a:pt x="0" y="64009"/>
                  </a:lnTo>
                  <a:lnTo>
                    <a:pt x="5030" y="39093"/>
                  </a:lnTo>
                  <a:lnTo>
                    <a:pt x="18747" y="18747"/>
                  </a:lnTo>
                  <a:lnTo>
                    <a:pt x="39093" y="5030"/>
                  </a:lnTo>
                  <a:lnTo>
                    <a:pt x="64009" y="0"/>
                  </a:lnTo>
                  <a:close/>
                </a:path>
              </a:pathLst>
            </a:custGeom>
            <a:ln w="10160">
              <a:solidFill>
                <a:srgbClr val="EE6C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1233562" y="5409337"/>
            <a:ext cx="20135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1E2D41"/>
                </a:solidFill>
                <a:latin typeface="Times New Roman"/>
                <a:cs typeface="Times New Roman"/>
              </a:rPr>
              <a:t>EXPLORATORY</a:t>
            </a:r>
            <a:r>
              <a:rPr sz="1000" b="1" dirty="0">
                <a:solidFill>
                  <a:srgbClr val="1E2D41"/>
                </a:solidFill>
                <a:latin typeface="Times New Roman"/>
                <a:cs typeface="Times New Roman"/>
              </a:rPr>
              <a:t> </a:t>
            </a:r>
            <a:r>
              <a:rPr sz="1000" b="1" spc="-50" dirty="0">
                <a:solidFill>
                  <a:srgbClr val="1E2D41"/>
                </a:solidFill>
                <a:latin typeface="Times New Roman"/>
                <a:cs typeface="Times New Roman"/>
              </a:rPr>
              <a:t>DATA</a:t>
            </a:r>
            <a:r>
              <a:rPr sz="1000" b="1" spc="-85" dirty="0">
                <a:solidFill>
                  <a:srgbClr val="1E2D41"/>
                </a:solidFill>
                <a:latin typeface="Times New Roman"/>
                <a:cs typeface="Times New Roman"/>
              </a:rPr>
              <a:t> </a:t>
            </a:r>
            <a:r>
              <a:rPr sz="1000" b="1" spc="-10" dirty="0">
                <a:solidFill>
                  <a:srgbClr val="1E2D41"/>
                </a:solidFill>
                <a:latin typeface="Times New Roman"/>
                <a:cs typeface="Times New Roman"/>
              </a:rPr>
              <a:t>ANALYSIS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414019" y="5686728"/>
            <a:ext cx="3652520" cy="757555"/>
            <a:chOff x="414019" y="5686728"/>
            <a:chExt cx="3652520" cy="757555"/>
          </a:xfrm>
        </p:grpSpPr>
        <p:pic>
          <p:nvPicPr>
            <p:cNvPr id="72" name="object 7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77377" y="5686728"/>
              <a:ext cx="542925" cy="36004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920239" y="5706591"/>
              <a:ext cx="457200" cy="274320"/>
            </a:xfrm>
            <a:custGeom>
              <a:avLst/>
              <a:gdLst/>
              <a:ahLst/>
              <a:cxnLst/>
              <a:rect l="l" t="t" r="r" b="b"/>
              <a:pathLst>
                <a:path w="457200" h="274320">
                  <a:moveTo>
                    <a:pt x="457200" y="137160"/>
                  </a:moveTo>
                  <a:lnTo>
                    <a:pt x="0" y="137160"/>
                  </a:lnTo>
                  <a:lnTo>
                    <a:pt x="228600" y="274320"/>
                  </a:lnTo>
                  <a:lnTo>
                    <a:pt x="457200" y="137160"/>
                  </a:lnTo>
                  <a:close/>
                </a:path>
                <a:path w="457200" h="274320">
                  <a:moveTo>
                    <a:pt x="342900" y="0"/>
                  </a:moveTo>
                  <a:lnTo>
                    <a:pt x="114300" y="0"/>
                  </a:lnTo>
                  <a:lnTo>
                    <a:pt x="114300" y="137160"/>
                  </a:lnTo>
                  <a:lnTo>
                    <a:pt x="342900" y="13716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EE6C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920239" y="5706591"/>
              <a:ext cx="457200" cy="274320"/>
            </a:xfrm>
            <a:custGeom>
              <a:avLst/>
              <a:gdLst/>
              <a:ahLst/>
              <a:cxnLst/>
              <a:rect l="l" t="t" r="r" b="b"/>
              <a:pathLst>
                <a:path w="457200" h="274320">
                  <a:moveTo>
                    <a:pt x="0" y="137160"/>
                  </a:moveTo>
                  <a:lnTo>
                    <a:pt x="114300" y="137160"/>
                  </a:lnTo>
                  <a:lnTo>
                    <a:pt x="114300" y="0"/>
                  </a:lnTo>
                  <a:lnTo>
                    <a:pt x="342900" y="0"/>
                  </a:lnTo>
                  <a:lnTo>
                    <a:pt x="342900" y="137160"/>
                  </a:lnTo>
                  <a:lnTo>
                    <a:pt x="457200" y="137160"/>
                  </a:lnTo>
                  <a:lnTo>
                    <a:pt x="228600" y="274320"/>
                  </a:lnTo>
                  <a:lnTo>
                    <a:pt x="0" y="137160"/>
                  </a:lnTo>
                  <a:close/>
                </a:path>
              </a:pathLst>
            </a:custGeom>
            <a:ln w="9525">
              <a:solidFill>
                <a:srgbClr val="EE6C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4019" y="5973711"/>
              <a:ext cx="3652520" cy="470407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457199" y="5993891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60" h="384175">
                  <a:moveTo>
                    <a:pt x="3502150" y="0"/>
                  </a:moveTo>
                  <a:lnTo>
                    <a:pt x="64009" y="0"/>
                  </a:lnTo>
                  <a:lnTo>
                    <a:pt x="39093" y="5030"/>
                  </a:lnTo>
                  <a:lnTo>
                    <a:pt x="18747" y="18747"/>
                  </a:lnTo>
                  <a:lnTo>
                    <a:pt x="5030" y="39093"/>
                  </a:lnTo>
                  <a:lnTo>
                    <a:pt x="0" y="64009"/>
                  </a:lnTo>
                  <a:lnTo>
                    <a:pt x="0" y="320038"/>
                  </a:lnTo>
                  <a:lnTo>
                    <a:pt x="5030" y="344954"/>
                  </a:lnTo>
                  <a:lnTo>
                    <a:pt x="18747" y="365300"/>
                  </a:lnTo>
                  <a:lnTo>
                    <a:pt x="39093" y="379017"/>
                  </a:lnTo>
                  <a:lnTo>
                    <a:pt x="64009" y="384047"/>
                  </a:lnTo>
                  <a:lnTo>
                    <a:pt x="3502150" y="384047"/>
                  </a:lnTo>
                  <a:lnTo>
                    <a:pt x="3527066" y="379017"/>
                  </a:lnTo>
                  <a:lnTo>
                    <a:pt x="3547412" y="365300"/>
                  </a:lnTo>
                  <a:lnTo>
                    <a:pt x="3561129" y="344954"/>
                  </a:lnTo>
                  <a:lnTo>
                    <a:pt x="3566160" y="320038"/>
                  </a:lnTo>
                  <a:lnTo>
                    <a:pt x="3566160" y="64009"/>
                  </a:lnTo>
                  <a:lnTo>
                    <a:pt x="3561129" y="39093"/>
                  </a:lnTo>
                  <a:lnTo>
                    <a:pt x="3547412" y="18747"/>
                  </a:lnTo>
                  <a:lnTo>
                    <a:pt x="3527066" y="5030"/>
                  </a:lnTo>
                  <a:lnTo>
                    <a:pt x="3502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57199" y="5993891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60" h="384175">
                  <a:moveTo>
                    <a:pt x="64009" y="0"/>
                  </a:moveTo>
                  <a:lnTo>
                    <a:pt x="3502150" y="0"/>
                  </a:lnTo>
                  <a:lnTo>
                    <a:pt x="3527066" y="5030"/>
                  </a:lnTo>
                  <a:lnTo>
                    <a:pt x="3547412" y="18747"/>
                  </a:lnTo>
                  <a:lnTo>
                    <a:pt x="3561129" y="39093"/>
                  </a:lnTo>
                  <a:lnTo>
                    <a:pt x="3566160" y="64009"/>
                  </a:lnTo>
                  <a:lnTo>
                    <a:pt x="3566160" y="320038"/>
                  </a:lnTo>
                  <a:lnTo>
                    <a:pt x="3561129" y="344954"/>
                  </a:lnTo>
                  <a:lnTo>
                    <a:pt x="3547412" y="365300"/>
                  </a:lnTo>
                  <a:lnTo>
                    <a:pt x="3527066" y="379017"/>
                  </a:lnTo>
                  <a:lnTo>
                    <a:pt x="3502150" y="384048"/>
                  </a:lnTo>
                  <a:lnTo>
                    <a:pt x="64009" y="384048"/>
                  </a:lnTo>
                  <a:lnTo>
                    <a:pt x="39093" y="379017"/>
                  </a:lnTo>
                  <a:lnTo>
                    <a:pt x="18747" y="365300"/>
                  </a:lnTo>
                  <a:lnTo>
                    <a:pt x="5030" y="344954"/>
                  </a:lnTo>
                  <a:lnTo>
                    <a:pt x="0" y="320038"/>
                  </a:lnTo>
                  <a:lnTo>
                    <a:pt x="0" y="64009"/>
                  </a:lnTo>
                  <a:lnTo>
                    <a:pt x="5030" y="39093"/>
                  </a:lnTo>
                  <a:lnTo>
                    <a:pt x="18747" y="18747"/>
                  </a:lnTo>
                  <a:lnTo>
                    <a:pt x="39093" y="5030"/>
                  </a:lnTo>
                  <a:lnTo>
                    <a:pt x="64009" y="0"/>
                  </a:lnTo>
                  <a:close/>
                </a:path>
              </a:pathLst>
            </a:custGeom>
            <a:ln w="10160">
              <a:solidFill>
                <a:srgbClr val="DC32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1717098" y="6079897"/>
            <a:ext cx="10464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Times New Roman"/>
                <a:cs typeface="Times New Roman"/>
              </a:rPr>
              <a:t>VISUALIZATION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414019" y="6377269"/>
            <a:ext cx="3652520" cy="801370"/>
            <a:chOff x="414019" y="6377269"/>
            <a:chExt cx="3652520" cy="801370"/>
          </a:xfrm>
        </p:grpSpPr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77377" y="6377269"/>
              <a:ext cx="542925" cy="408939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1920239" y="6397132"/>
              <a:ext cx="457200" cy="323215"/>
            </a:xfrm>
            <a:custGeom>
              <a:avLst/>
              <a:gdLst/>
              <a:ahLst/>
              <a:cxnLst/>
              <a:rect l="l" t="t" r="r" b="b"/>
              <a:pathLst>
                <a:path w="457200" h="323215">
                  <a:moveTo>
                    <a:pt x="457200" y="161607"/>
                  </a:moveTo>
                  <a:lnTo>
                    <a:pt x="0" y="161607"/>
                  </a:lnTo>
                  <a:lnTo>
                    <a:pt x="228600" y="323215"/>
                  </a:lnTo>
                  <a:lnTo>
                    <a:pt x="457200" y="161607"/>
                  </a:lnTo>
                  <a:close/>
                </a:path>
                <a:path w="457200" h="323215">
                  <a:moveTo>
                    <a:pt x="342900" y="0"/>
                  </a:moveTo>
                  <a:lnTo>
                    <a:pt x="114300" y="0"/>
                  </a:lnTo>
                  <a:lnTo>
                    <a:pt x="114300" y="161607"/>
                  </a:lnTo>
                  <a:lnTo>
                    <a:pt x="342900" y="161607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DC3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920239" y="6397132"/>
              <a:ext cx="457200" cy="323215"/>
            </a:xfrm>
            <a:custGeom>
              <a:avLst/>
              <a:gdLst/>
              <a:ahLst/>
              <a:cxnLst/>
              <a:rect l="l" t="t" r="r" b="b"/>
              <a:pathLst>
                <a:path w="457200" h="323215">
                  <a:moveTo>
                    <a:pt x="0" y="161607"/>
                  </a:moveTo>
                  <a:lnTo>
                    <a:pt x="114300" y="161607"/>
                  </a:lnTo>
                  <a:lnTo>
                    <a:pt x="114300" y="0"/>
                  </a:lnTo>
                  <a:lnTo>
                    <a:pt x="342900" y="0"/>
                  </a:lnTo>
                  <a:lnTo>
                    <a:pt x="342900" y="161607"/>
                  </a:lnTo>
                  <a:lnTo>
                    <a:pt x="457200" y="161607"/>
                  </a:lnTo>
                  <a:lnTo>
                    <a:pt x="228600" y="323215"/>
                  </a:lnTo>
                  <a:lnTo>
                    <a:pt x="0" y="161607"/>
                  </a:lnTo>
                  <a:close/>
                </a:path>
              </a:pathLst>
            </a:custGeom>
            <a:ln w="9525">
              <a:solidFill>
                <a:srgbClr val="DC32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4019" y="6707771"/>
              <a:ext cx="3652520" cy="470407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457199" y="6727951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60" h="384175">
                  <a:moveTo>
                    <a:pt x="3502150" y="0"/>
                  </a:moveTo>
                  <a:lnTo>
                    <a:pt x="64009" y="0"/>
                  </a:lnTo>
                  <a:lnTo>
                    <a:pt x="39093" y="5030"/>
                  </a:lnTo>
                  <a:lnTo>
                    <a:pt x="18747" y="18747"/>
                  </a:lnTo>
                  <a:lnTo>
                    <a:pt x="5030" y="39093"/>
                  </a:lnTo>
                  <a:lnTo>
                    <a:pt x="0" y="64009"/>
                  </a:lnTo>
                  <a:lnTo>
                    <a:pt x="0" y="320038"/>
                  </a:lnTo>
                  <a:lnTo>
                    <a:pt x="5030" y="344954"/>
                  </a:lnTo>
                  <a:lnTo>
                    <a:pt x="18747" y="365300"/>
                  </a:lnTo>
                  <a:lnTo>
                    <a:pt x="39093" y="379017"/>
                  </a:lnTo>
                  <a:lnTo>
                    <a:pt x="64009" y="384048"/>
                  </a:lnTo>
                  <a:lnTo>
                    <a:pt x="3502150" y="384048"/>
                  </a:lnTo>
                  <a:lnTo>
                    <a:pt x="3527066" y="379017"/>
                  </a:lnTo>
                  <a:lnTo>
                    <a:pt x="3547412" y="365300"/>
                  </a:lnTo>
                  <a:lnTo>
                    <a:pt x="3561129" y="344954"/>
                  </a:lnTo>
                  <a:lnTo>
                    <a:pt x="3566160" y="320038"/>
                  </a:lnTo>
                  <a:lnTo>
                    <a:pt x="3566160" y="64009"/>
                  </a:lnTo>
                  <a:lnTo>
                    <a:pt x="3561129" y="39093"/>
                  </a:lnTo>
                  <a:lnTo>
                    <a:pt x="3547412" y="18747"/>
                  </a:lnTo>
                  <a:lnTo>
                    <a:pt x="3527066" y="5030"/>
                  </a:lnTo>
                  <a:lnTo>
                    <a:pt x="3502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57199" y="6727951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60" h="384175">
                  <a:moveTo>
                    <a:pt x="64009" y="0"/>
                  </a:moveTo>
                  <a:lnTo>
                    <a:pt x="3502150" y="0"/>
                  </a:lnTo>
                  <a:lnTo>
                    <a:pt x="3527066" y="5030"/>
                  </a:lnTo>
                  <a:lnTo>
                    <a:pt x="3547412" y="18747"/>
                  </a:lnTo>
                  <a:lnTo>
                    <a:pt x="3561129" y="39093"/>
                  </a:lnTo>
                  <a:lnTo>
                    <a:pt x="3566160" y="64009"/>
                  </a:lnTo>
                  <a:lnTo>
                    <a:pt x="3566160" y="320038"/>
                  </a:lnTo>
                  <a:lnTo>
                    <a:pt x="3561129" y="344954"/>
                  </a:lnTo>
                  <a:lnTo>
                    <a:pt x="3547412" y="365300"/>
                  </a:lnTo>
                  <a:lnTo>
                    <a:pt x="3527066" y="379017"/>
                  </a:lnTo>
                  <a:lnTo>
                    <a:pt x="3502150" y="384048"/>
                  </a:lnTo>
                  <a:lnTo>
                    <a:pt x="64009" y="384048"/>
                  </a:lnTo>
                  <a:lnTo>
                    <a:pt x="39093" y="379017"/>
                  </a:lnTo>
                  <a:lnTo>
                    <a:pt x="18747" y="365300"/>
                  </a:lnTo>
                  <a:lnTo>
                    <a:pt x="5030" y="344954"/>
                  </a:lnTo>
                  <a:lnTo>
                    <a:pt x="0" y="320038"/>
                  </a:lnTo>
                  <a:lnTo>
                    <a:pt x="0" y="64009"/>
                  </a:lnTo>
                  <a:lnTo>
                    <a:pt x="5030" y="39093"/>
                  </a:lnTo>
                  <a:lnTo>
                    <a:pt x="18747" y="18747"/>
                  </a:lnTo>
                  <a:lnTo>
                    <a:pt x="39093" y="5030"/>
                  </a:lnTo>
                  <a:lnTo>
                    <a:pt x="64009" y="0"/>
                  </a:lnTo>
                  <a:close/>
                </a:path>
              </a:pathLst>
            </a:custGeom>
            <a:ln w="10160">
              <a:solidFill>
                <a:srgbClr val="B41E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1658343" y="6813957"/>
            <a:ext cx="11639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1E2D41"/>
                </a:solidFill>
                <a:latin typeface="Times New Roman"/>
                <a:cs typeface="Times New Roman"/>
              </a:rPr>
              <a:t>INTERPRETATION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4757420" y="2887611"/>
            <a:ext cx="8864600" cy="379095"/>
            <a:chOff x="4757420" y="2887611"/>
            <a:chExt cx="8864600" cy="379095"/>
          </a:xfrm>
        </p:grpSpPr>
        <p:pic>
          <p:nvPicPr>
            <p:cNvPr id="88" name="object 8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57420" y="2887611"/>
              <a:ext cx="8864599" cy="378967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4800600" y="2907792"/>
              <a:ext cx="8778240" cy="292735"/>
            </a:xfrm>
            <a:custGeom>
              <a:avLst/>
              <a:gdLst/>
              <a:ahLst/>
              <a:cxnLst/>
              <a:rect l="l" t="t" r="r" b="b"/>
              <a:pathLst>
                <a:path w="8778240" h="292735">
                  <a:moveTo>
                    <a:pt x="8729471" y="0"/>
                  </a:moveTo>
                  <a:lnTo>
                    <a:pt x="48769" y="0"/>
                  </a:lnTo>
                  <a:lnTo>
                    <a:pt x="29786" y="3832"/>
                  </a:lnTo>
                  <a:lnTo>
                    <a:pt x="14284" y="14284"/>
                  </a:lnTo>
                  <a:lnTo>
                    <a:pt x="3832" y="29786"/>
                  </a:lnTo>
                  <a:lnTo>
                    <a:pt x="0" y="48769"/>
                  </a:lnTo>
                  <a:lnTo>
                    <a:pt x="0" y="243838"/>
                  </a:lnTo>
                  <a:lnTo>
                    <a:pt x="3832" y="262821"/>
                  </a:lnTo>
                  <a:lnTo>
                    <a:pt x="14284" y="278323"/>
                  </a:lnTo>
                  <a:lnTo>
                    <a:pt x="29786" y="288775"/>
                  </a:lnTo>
                  <a:lnTo>
                    <a:pt x="48769" y="292608"/>
                  </a:lnTo>
                  <a:lnTo>
                    <a:pt x="8729471" y="292608"/>
                  </a:lnTo>
                  <a:lnTo>
                    <a:pt x="8748455" y="288775"/>
                  </a:lnTo>
                  <a:lnTo>
                    <a:pt x="8763957" y="278323"/>
                  </a:lnTo>
                  <a:lnTo>
                    <a:pt x="8774407" y="262821"/>
                  </a:lnTo>
                  <a:lnTo>
                    <a:pt x="8778240" y="243838"/>
                  </a:lnTo>
                  <a:lnTo>
                    <a:pt x="8778240" y="48769"/>
                  </a:lnTo>
                  <a:lnTo>
                    <a:pt x="8774407" y="29786"/>
                  </a:lnTo>
                  <a:lnTo>
                    <a:pt x="8763957" y="14284"/>
                  </a:lnTo>
                  <a:lnTo>
                    <a:pt x="8748455" y="3832"/>
                  </a:lnTo>
                  <a:lnTo>
                    <a:pt x="8729471" y="0"/>
                  </a:lnTo>
                  <a:close/>
                </a:path>
              </a:pathLst>
            </a:custGeom>
            <a:solidFill>
              <a:srgbClr val="EE6C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800600" y="2907792"/>
              <a:ext cx="8778240" cy="292735"/>
            </a:xfrm>
            <a:custGeom>
              <a:avLst/>
              <a:gdLst/>
              <a:ahLst/>
              <a:cxnLst/>
              <a:rect l="l" t="t" r="r" b="b"/>
              <a:pathLst>
                <a:path w="8778240" h="292735">
                  <a:moveTo>
                    <a:pt x="48768" y="0"/>
                  </a:moveTo>
                  <a:lnTo>
                    <a:pt x="8729470" y="0"/>
                  </a:lnTo>
                  <a:lnTo>
                    <a:pt x="8748454" y="3832"/>
                  </a:lnTo>
                  <a:lnTo>
                    <a:pt x="8763956" y="14284"/>
                  </a:lnTo>
                  <a:lnTo>
                    <a:pt x="8774407" y="29785"/>
                  </a:lnTo>
                  <a:lnTo>
                    <a:pt x="8778240" y="48768"/>
                  </a:lnTo>
                  <a:lnTo>
                    <a:pt x="8778240" y="243838"/>
                  </a:lnTo>
                  <a:lnTo>
                    <a:pt x="8774407" y="262822"/>
                  </a:lnTo>
                  <a:lnTo>
                    <a:pt x="8763956" y="278323"/>
                  </a:lnTo>
                  <a:lnTo>
                    <a:pt x="8748454" y="288775"/>
                  </a:lnTo>
                  <a:lnTo>
                    <a:pt x="8729470" y="292608"/>
                  </a:lnTo>
                  <a:lnTo>
                    <a:pt x="48768" y="292608"/>
                  </a:lnTo>
                  <a:lnTo>
                    <a:pt x="29785" y="288775"/>
                  </a:lnTo>
                  <a:lnTo>
                    <a:pt x="14284" y="278323"/>
                  </a:lnTo>
                  <a:lnTo>
                    <a:pt x="3832" y="262822"/>
                  </a:lnTo>
                  <a:lnTo>
                    <a:pt x="0" y="243838"/>
                  </a:lnTo>
                  <a:lnTo>
                    <a:pt x="0" y="48768"/>
                  </a:lnTo>
                  <a:lnTo>
                    <a:pt x="3832" y="29785"/>
                  </a:lnTo>
                  <a:lnTo>
                    <a:pt x="14284" y="14284"/>
                  </a:lnTo>
                  <a:lnTo>
                    <a:pt x="29785" y="3832"/>
                  </a:lnTo>
                  <a:lnTo>
                    <a:pt x="48768" y="0"/>
                  </a:lnTo>
                  <a:close/>
                </a:path>
              </a:pathLst>
            </a:custGeom>
            <a:ln w="10160">
              <a:solidFill>
                <a:srgbClr val="EE6C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4800600" y="2907792"/>
            <a:ext cx="8778240" cy="29273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330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 RESULTS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111760" y="7334244"/>
            <a:ext cx="4612640" cy="379095"/>
            <a:chOff x="111760" y="7334244"/>
            <a:chExt cx="4612640" cy="379095"/>
          </a:xfrm>
        </p:grpSpPr>
        <p:pic>
          <p:nvPicPr>
            <p:cNvPr id="93" name="object 9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760" y="7334244"/>
              <a:ext cx="4612640" cy="378967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154940" y="7354424"/>
              <a:ext cx="4526280" cy="292735"/>
            </a:xfrm>
            <a:custGeom>
              <a:avLst/>
              <a:gdLst/>
              <a:ahLst/>
              <a:cxnLst/>
              <a:rect l="l" t="t" r="r" b="b"/>
              <a:pathLst>
                <a:path w="4526280" h="292734">
                  <a:moveTo>
                    <a:pt x="4477510" y="0"/>
                  </a:moveTo>
                  <a:lnTo>
                    <a:pt x="48769" y="0"/>
                  </a:lnTo>
                  <a:lnTo>
                    <a:pt x="29785" y="3832"/>
                  </a:lnTo>
                  <a:lnTo>
                    <a:pt x="14284" y="14283"/>
                  </a:lnTo>
                  <a:lnTo>
                    <a:pt x="3832" y="29785"/>
                  </a:lnTo>
                  <a:lnTo>
                    <a:pt x="0" y="48767"/>
                  </a:lnTo>
                  <a:lnTo>
                    <a:pt x="0" y="243838"/>
                  </a:lnTo>
                  <a:lnTo>
                    <a:pt x="3832" y="262821"/>
                  </a:lnTo>
                  <a:lnTo>
                    <a:pt x="14284" y="278323"/>
                  </a:lnTo>
                  <a:lnTo>
                    <a:pt x="29785" y="288775"/>
                  </a:lnTo>
                  <a:lnTo>
                    <a:pt x="48769" y="292607"/>
                  </a:lnTo>
                  <a:lnTo>
                    <a:pt x="4477510" y="292607"/>
                  </a:lnTo>
                  <a:lnTo>
                    <a:pt x="4496493" y="288775"/>
                  </a:lnTo>
                  <a:lnTo>
                    <a:pt x="4511995" y="278323"/>
                  </a:lnTo>
                  <a:lnTo>
                    <a:pt x="4522447" y="262821"/>
                  </a:lnTo>
                  <a:lnTo>
                    <a:pt x="4526280" y="243838"/>
                  </a:lnTo>
                  <a:lnTo>
                    <a:pt x="4526280" y="48767"/>
                  </a:lnTo>
                  <a:lnTo>
                    <a:pt x="4522447" y="29785"/>
                  </a:lnTo>
                  <a:lnTo>
                    <a:pt x="4511995" y="14283"/>
                  </a:lnTo>
                  <a:lnTo>
                    <a:pt x="4496493" y="3832"/>
                  </a:lnTo>
                  <a:lnTo>
                    <a:pt x="4477510" y="0"/>
                  </a:lnTo>
                  <a:close/>
                </a:path>
              </a:pathLst>
            </a:custGeom>
            <a:solidFill>
              <a:srgbClr val="148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54940" y="7354424"/>
              <a:ext cx="4526280" cy="292735"/>
            </a:xfrm>
            <a:custGeom>
              <a:avLst/>
              <a:gdLst/>
              <a:ahLst/>
              <a:cxnLst/>
              <a:rect l="l" t="t" r="r" b="b"/>
              <a:pathLst>
                <a:path w="4526280" h="292734">
                  <a:moveTo>
                    <a:pt x="48768" y="0"/>
                  </a:moveTo>
                  <a:lnTo>
                    <a:pt x="4477510" y="0"/>
                  </a:lnTo>
                  <a:lnTo>
                    <a:pt x="4496493" y="3832"/>
                  </a:lnTo>
                  <a:lnTo>
                    <a:pt x="4511995" y="14284"/>
                  </a:lnTo>
                  <a:lnTo>
                    <a:pt x="4522447" y="29785"/>
                  </a:lnTo>
                  <a:lnTo>
                    <a:pt x="4526280" y="48768"/>
                  </a:lnTo>
                  <a:lnTo>
                    <a:pt x="4526280" y="243838"/>
                  </a:lnTo>
                  <a:lnTo>
                    <a:pt x="4522447" y="262822"/>
                  </a:lnTo>
                  <a:lnTo>
                    <a:pt x="4511995" y="278323"/>
                  </a:lnTo>
                  <a:lnTo>
                    <a:pt x="4496493" y="288775"/>
                  </a:lnTo>
                  <a:lnTo>
                    <a:pt x="4477510" y="292608"/>
                  </a:lnTo>
                  <a:lnTo>
                    <a:pt x="48768" y="292608"/>
                  </a:lnTo>
                  <a:lnTo>
                    <a:pt x="29785" y="288775"/>
                  </a:lnTo>
                  <a:lnTo>
                    <a:pt x="14284" y="278323"/>
                  </a:lnTo>
                  <a:lnTo>
                    <a:pt x="3832" y="262822"/>
                  </a:lnTo>
                  <a:lnTo>
                    <a:pt x="0" y="243838"/>
                  </a:lnTo>
                  <a:lnTo>
                    <a:pt x="0" y="48768"/>
                  </a:lnTo>
                  <a:lnTo>
                    <a:pt x="3832" y="29785"/>
                  </a:lnTo>
                  <a:lnTo>
                    <a:pt x="14284" y="14284"/>
                  </a:lnTo>
                  <a:lnTo>
                    <a:pt x="29785" y="3832"/>
                  </a:lnTo>
                  <a:lnTo>
                    <a:pt x="48768" y="0"/>
                  </a:lnTo>
                  <a:close/>
                </a:path>
              </a:pathLst>
            </a:custGeom>
            <a:ln w="10160">
              <a:solidFill>
                <a:srgbClr val="1482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154939" y="7354425"/>
            <a:ext cx="4526280" cy="29273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75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5.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 CONCLUSION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4998720" y="7332609"/>
            <a:ext cx="4612640" cy="379095"/>
            <a:chOff x="4998720" y="7332609"/>
            <a:chExt cx="4612640" cy="379095"/>
          </a:xfrm>
        </p:grpSpPr>
        <p:pic>
          <p:nvPicPr>
            <p:cNvPr id="98" name="object 9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98720" y="7332609"/>
              <a:ext cx="4612639" cy="378968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5041900" y="7352789"/>
              <a:ext cx="4526280" cy="292735"/>
            </a:xfrm>
            <a:custGeom>
              <a:avLst/>
              <a:gdLst/>
              <a:ahLst/>
              <a:cxnLst/>
              <a:rect l="l" t="t" r="r" b="b"/>
              <a:pathLst>
                <a:path w="4526280" h="292734">
                  <a:moveTo>
                    <a:pt x="4477510" y="0"/>
                  </a:moveTo>
                  <a:lnTo>
                    <a:pt x="48769" y="0"/>
                  </a:lnTo>
                  <a:lnTo>
                    <a:pt x="29786" y="3832"/>
                  </a:lnTo>
                  <a:lnTo>
                    <a:pt x="14284" y="14283"/>
                  </a:lnTo>
                  <a:lnTo>
                    <a:pt x="3832" y="29785"/>
                  </a:lnTo>
                  <a:lnTo>
                    <a:pt x="0" y="48769"/>
                  </a:lnTo>
                  <a:lnTo>
                    <a:pt x="0" y="243838"/>
                  </a:lnTo>
                  <a:lnTo>
                    <a:pt x="3832" y="262821"/>
                  </a:lnTo>
                  <a:lnTo>
                    <a:pt x="14284" y="278323"/>
                  </a:lnTo>
                  <a:lnTo>
                    <a:pt x="29786" y="288775"/>
                  </a:lnTo>
                  <a:lnTo>
                    <a:pt x="48769" y="292608"/>
                  </a:lnTo>
                  <a:lnTo>
                    <a:pt x="4477510" y="292608"/>
                  </a:lnTo>
                  <a:lnTo>
                    <a:pt x="4496493" y="288775"/>
                  </a:lnTo>
                  <a:lnTo>
                    <a:pt x="4511995" y="278323"/>
                  </a:lnTo>
                  <a:lnTo>
                    <a:pt x="4522447" y="262821"/>
                  </a:lnTo>
                  <a:lnTo>
                    <a:pt x="4526280" y="243838"/>
                  </a:lnTo>
                  <a:lnTo>
                    <a:pt x="4526280" y="48769"/>
                  </a:lnTo>
                  <a:lnTo>
                    <a:pt x="4522447" y="29785"/>
                  </a:lnTo>
                  <a:lnTo>
                    <a:pt x="4511995" y="14283"/>
                  </a:lnTo>
                  <a:lnTo>
                    <a:pt x="4496493" y="3832"/>
                  </a:lnTo>
                  <a:lnTo>
                    <a:pt x="4477510" y="0"/>
                  </a:lnTo>
                  <a:close/>
                </a:path>
              </a:pathLst>
            </a:custGeom>
            <a:solidFill>
              <a:srgbClr val="0E82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041900" y="7352789"/>
              <a:ext cx="4526280" cy="292735"/>
            </a:xfrm>
            <a:custGeom>
              <a:avLst/>
              <a:gdLst/>
              <a:ahLst/>
              <a:cxnLst/>
              <a:rect l="l" t="t" r="r" b="b"/>
              <a:pathLst>
                <a:path w="4526280" h="292734">
                  <a:moveTo>
                    <a:pt x="48768" y="0"/>
                  </a:moveTo>
                  <a:lnTo>
                    <a:pt x="4477510" y="0"/>
                  </a:lnTo>
                  <a:lnTo>
                    <a:pt x="4496493" y="3832"/>
                  </a:lnTo>
                  <a:lnTo>
                    <a:pt x="4511995" y="14284"/>
                  </a:lnTo>
                  <a:lnTo>
                    <a:pt x="4522447" y="29785"/>
                  </a:lnTo>
                  <a:lnTo>
                    <a:pt x="4526280" y="48768"/>
                  </a:lnTo>
                  <a:lnTo>
                    <a:pt x="4526280" y="243838"/>
                  </a:lnTo>
                  <a:lnTo>
                    <a:pt x="4522447" y="262822"/>
                  </a:lnTo>
                  <a:lnTo>
                    <a:pt x="4511995" y="278323"/>
                  </a:lnTo>
                  <a:lnTo>
                    <a:pt x="4496493" y="288775"/>
                  </a:lnTo>
                  <a:lnTo>
                    <a:pt x="4477510" y="292608"/>
                  </a:lnTo>
                  <a:lnTo>
                    <a:pt x="48768" y="292608"/>
                  </a:lnTo>
                  <a:lnTo>
                    <a:pt x="29785" y="288775"/>
                  </a:lnTo>
                  <a:lnTo>
                    <a:pt x="14284" y="278323"/>
                  </a:lnTo>
                  <a:lnTo>
                    <a:pt x="3832" y="262822"/>
                  </a:lnTo>
                  <a:lnTo>
                    <a:pt x="0" y="243838"/>
                  </a:lnTo>
                  <a:lnTo>
                    <a:pt x="0" y="48768"/>
                  </a:lnTo>
                  <a:lnTo>
                    <a:pt x="3832" y="29785"/>
                  </a:lnTo>
                  <a:lnTo>
                    <a:pt x="14284" y="14284"/>
                  </a:lnTo>
                  <a:lnTo>
                    <a:pt x="29785" y="3832"/>
                  </a:lnTo>
                  <a:lnTo>
                    <a:pt x="48768" y="0"/>
                  </a:lnTo>
                  <a:close/>
                </a:path>
              </a:pathLst>
            </a:custGeom>
            <a:ln w="10160">
              <a:solidFill>
                <a:srgbClr val="0E82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5041900" y="7352789"/>
            <a:ext cx="4526280" cy="2927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280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6.</a:t>
            </a:r>
            <a:r>
              <a:rPr sz="15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FUTURE</a:t>
            </a:r>
            <a:r>
              <a:rPr sz="15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DIRECTIONS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10423143" y="7333626"/>
            <a:ext cx="1932939" cy="379095"/>
            <a:chOff x="10423143" y="7333626"/>
            <a:chExt cx="1932939" cy="379095"/>
          </a:xfrm>
        </p:grpSpPr>
        <p:pic>
          <p:nvPicPr>
            <p:cNvPr id="103" name="object 10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423143" y="7333626"/>
              <a:ext cx="1932431" cy="378968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10466323" y="7353807"/>
              <a:ext cx="1846580" cy="292735"/>
            </a:xfrm>
            <a:custGeom>
              <a:avLst/>
              <a:gdLst/>
              <a:ahLst/>
              <a:cxnLst/>
              <a:rect l="l" t="t" r="r" b="b"/>
              <a:pathLst>
                <a:path w="1846579" h="292734">
                  <a:moveTo>
                    <a:pt x="1797302" y="0"/>
                  </a:moveTo>
                  <a:lnTo>
                    <a:pt x="48769" y="0"/>
                  </a:lnTo>
                  <a:lnTo>
                    <a:pt x="29786" y="3832"/>
                  </a:lnTo>
                  <a:lnTo>
                    <a:pt x="14284" y="14283"/>
                  </a:lnTo>
                  <a:lnTo>
                    <a:pt x="3832" y="29785"/>
                  </a:lnTo>
                  <a:lnTo>
                    <a:pt x="0" y="48768"/>
                  </a:lnTo>
                  <a:lnTo>
                    <a:pt x="0" y="243838"/>
                  </a:lnTo>
                  <a:lnTo>
                    <a:pt x="3832" y="262821"/>
                  </a:lnTo>
                  <a:lnTo>
                    <a:pt x="14284" y="278323"/>
                  </a:lnTo>
                  <a:lnTo>
                    <a:pt x="29786" y="288775"/>
                  </a:lnTo>
                  <a:lnTo>
                    <a:pt x="48769" y="292608"/>
                  </a:lnTo>
                  <a:lnTo>
                    <a:pt x="1797302" y="292608"/>
                  </a:lnTo>
                  <a:lnTo>
                    <a:pt x="1816285" y="288775"/>
                  </a:lnTo>
                  <a:lnTo>
                    <a:pt x="1831787" y="278323"/>
                  </a:lnTo>
                  <a:lnTo>
                    <a:pt x="1842239" y="262821"/>
                  </a:lnTo>
                  <a:lnTo>
                    <a:pt x="1846072" y="243838"/>
                  </a:lnTo>
                  <a:lnTo>
                    <a:pt x="1846072" y="48768"/>
                  </a:lnTo>
                  <a:lnTo>
                    <a:pt x="1842239" y="29785"/>
                  </a:lnTo>
                  <a:lnTo>
                    <a:pt x="1831787" y="14283"/>
                  </a:lnTo>
                  <a:lnTo>
                    <a:pt x="1816285" y="3832"/>
                  </a:lnTo>
                  <a:lnTo>
                    <a:pt x="1797302" y="0"/>
                  </a:lnTo>
                  <a:close/>
                </a:path>
              </a:pathLst>
            </a:custGeom>
            <a:solidFill>
              <a:srgbClr val="5B2A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0466323" y="7353807"/>
              <a:ext cx="1846580" cy="292735"/>
            </a:xfrm>
            <a:custGeom>
              <a:avLst/>
              <a:gdLst/>
              <a:ahLst/>
              <a:cxnLst/>
              <a:rect l="l" t="t" r="r" b="b"/>
              <a:pathLst>
                <a:path w="1846579" h="292734">
                  <a:moveTo>
                    <a:pt x="48768" y="0"/>
                  </a:moveTo>
                  <a:lnTo>
                    <a:pt x="1797302" y="0"/>
                  </a:lnTo>
                  <a:lnTo>
                    <a:pt x="1816285" y="3832"/>
                  </a:lnTo>
                  <a:lnTo>
                    <a:pt x="1831787" y="14284"/>
                  </a:lnTo>
                  <a:lnTo>
                    <a:pt x="1842239" y="29785"/>
                  </a:lnTo>
                  <a:lnTo>
                    <a:pt x="1846072" y="48768"/>
                  </a:lnTo>
                  <a:lnTo>
                    <a:pt x="1846072" y="243838"/>
                  </a:lnTo>
                  <a:lnTo>
                    <a:pt x="1842239" y="262822"/>
                  </a:lnTo>
                  <a:lnTo>
                    <a:pt x="1831787" y="278323"/>
                  </a:lnTo>
                  <a:lnTo>
                    <a:pt x="1816285" y="288775"/>
                  </a:lnTo>
                  <a:lnTo>
                    <a:pt x="1797302" y="292608"/>
                  </a:lnTo>
                  <a:lnTo>
                    <a:pt x="48768" y="292608"/>
                  </a:lnTo>
                  <a:lnTo>
                    <a:pt x="29785" y="288775"/>
                  </a:lnTo>
                  <a:lnTo>
                    <a:pt x="14284" y="278323"/>
                  </a:lnTo>
                  <a:lnTo>
                    <a:pt x="3832" y="262822"/>
                  </a:lnTo>
                  <a:lnTo>
                    <a:pt x="0" y="243838"/>
                  </a:lnTo>
                  <a:lnTo>
                    <a:pt x="0" y="48768"/>
                  </a:lnTo>
                  <a:lnTo>
                    <a:pt x="3832" y="29785"/>
                  </a:lnTo>
                  <a:lnTo>
                    <a:pt x="14284" y="14284"/>
                  </a:lnTo>
                  <a:lnTo>
                    <a:pt x="29785" y="3832"/>
                  </a:lnTo>
                  <a:lnTo>
                    <a:pt x="48768" y="0"/>
                  </a:lnTo>
                  <a:close/>
                </a:path>
              </a:pathLst>
            </a:custGeom>
            <a:ln w="10160">
              <a:solidFill>
                <a:srgbClr val="5B2A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10809731" y="7366345"/>
            <a:ext cx="12395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5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INSIGHT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824596" y="1660028"/>
            <a:ext cx="1160780" cy="10387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 indent="-99695">
              <a:lnSpc>
                <a:spcPts val="1040"/>
              </a:lnSpc>
              <a:spcBef>
                <a:spcPts val="100"/>
              </a:spcBef>
              <a:buChar char="•"/>
              <a:tabLst>
                <a:tab pos="112395" algn="l"/>
              </a:tabLst>
            </a:pPr>
            <a:r>
              <a:rPr sz="1000" dirty="0">
                <a:latin typeface="Times New Roman"/>
                <a:cs typeface="Times New Roman"/>
              </a:rPr>
              <a:t>User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ID</a:t>
            </a:r>
            <a:endParaRPr sz="1000" dirty="0">
              <a:latin typeface="Times New Roman"/>
              <a:cs typeface="Times New Roman"/>
            </a:endParaRPr>
          </a:p>
          <a:p>
            <a:pPr marL="112395" indent="-99695">
              <a:lnSpc>
                <a:spcPts val="1000"/>
              </a:lnSpc>
              <a:buChar char="•"/>
              <a:tabLst>
                <a:tab pos="112395" algn="l"/>
              </a:tabLst>
            </a:pPr>
            <a:r>
              <a:rPr sz="1000" spc="-25" dirty="0">
                <a:latin typeface="Times New Roman"/>
                <a:cs typeface="Times New Roman"/>
              </a:rPr>
              <a:t>Age</a:t>
            </a:r>
            <a:endParaRPr sz="1000" dirty="0">
              <a:latin typeface="Times New Roman"/>
              <a:cs typeface="Times New Roman"/>
            </a:endParaRPr>
          </a:p>
          <a:p>
            <a:pPr marL="112395" indent="-99695">
              <a:lnSpc>
                <a:spcPts val="1000"/>
              </a:lnSpc>
              <a:buChar char="•"/>
              <a:tabLst>
                <a:tab pos="112395" algn="l"/>
              </a:tabLst>
            </a:pPr>
            <a:r>
              <a:rPr sz="1000" spc="-10" dirty="0">
                <a:latin typeface="Times New Roman"/>
                <a:cs typeface="Times New Roman"/>
              </a:rPr>
              <a:t>Gender</a:t>
            </a:r>
            <a:endParaRPr sz="1000" dirty="0">
              <a:latin typeface="Times New Roman"/>
              <a:cs typeface="Times New Roman"/>
            </a:endParaRPr>
          </a:p>
          <a:p>
            <a:pPr marL="112395" indent="-99695">
              <a:lnSpc>
                <a:spcPts val="1000"/>
              </a:lnSpc>
              <a:buChar char="•"/>
              <a:tabLst>
                <a:tab pos="112395" algn="l"/>
              </a:tabLst>
            </a:pPr>
            <a:r>
              <a:rPr sz="1000" dirty="0">
                <a:latin typeface="Times New Roman"/>
                <a:cs typeface="Times New Roman"/>
              </a:rPr>
              <a:t>Social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Media</a:t>
            </a:r>
            <a:r>
              <a:rPr sz="1000" spc="-10" dirty="0">
                <a:latin typeface="Times New Roman"/>
                <a:cs typeface="Times New Roman"/>
              </a:rPr>
              <a:t> Platform</a:t>
            </a:r>
            <a:endParaRPr sz="1000" dirty="0">
              <a:latin typeface="Times New Roman"/>
              <a:cs typeface="Times New Roman"/>
            </a:endParaRPr>
          </a:p>
          <a:p>
            <a:pPr marL="112395" indent="-99695">
              <a:lnSpc>
                <a:spcPts val="1000"/>
              </a:lnSpc>
              <a:buChar char="•"/>
              <a:tabLst>
                <a:tab pos="112395" algn="l"/>
              </a:tabLst>
            </a:pPr>
            <a:r>
              <a:rPr sz="1000" dirty="0">
                <a:latin typeface="Times New Roman"/>
                <a:cs typeface="Times New Roman"/>
              </a:rPr>
              <a:t>Daily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Usage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Time</a:t>
            </a:r>
            <a:endParaRPr sz="1000" dirty="0">
              <a:latin typeface="Times New Roman"/>
              <a:cs typeface="Times New Roman"/>
            </a:endParaRPr>
          </a:p>
          <a:p>
            <a:pPr marL="112395" indent="-99695">
              <a:lnSpc>
                <a:spcPts val="1000"/>
              </a:lnSpc>
              <a:buChar char="•"/>
              <a:tabLst>
                <a:tab pos="112395" algn="l"/>
              </a:tabLst>
            </a:pPr>
            <a:r>
              <a:rPr sz="1000" dirty="0">
                <a:latin typeface="Times New Roman"/>
                <a:cs typeface="Times New Roman"/>
              </a:rPr>
              <a:t>Number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0" dirty="0">
                <a:latin typeface="Times New Roman"/>
                <a:cs typeface="Times New Roman"/>
              </a:rPr>
              <a:t> Sessions</a:t>
            </a:r>
            <a:endParaRPr sz="1000" dirty="0">
              <a:latin typeface="Times New Roman"/>
              <a:cs typeface="Times New Roman"/>
            </a:endParaRPr>
          </a:p>
          <a:p>
            <a:pPr marL="112395" indent="-99695">
              <a:lnSpc>
                <a:spcPts val="1040"/>
              </a:lnSpc>
              <a:buChar char="•"/>
              <a:tabLst>
                <a:tab pos="112395" algn="l"/>
              </a:tabLst>
            </a:pPr>
            <a:r>
              <a:rPr sz="1000" dirty="0">
                <a:latin typeface="Times New Roman"/>
                <a:cs typeface="Times New Roman"/>
              </a:rPr>
              <a:t>Posts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Per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Day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9862819" y="1692448"/>
            <a:ext cx="1052830" cy="9105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 indent="-99695">
              <a:lnSpc>
                <a:spcPts val="1040"/>
              </a:lnSpc>
              <a:spcBef>
                <a:spcPts val="100"/>
              </a:spcBef>
              <a:buChar char="•"/>
              <a:tabLst>
                <a:tab pos="112395" algn="l"/>
              </a:tabLst>
            </a:pPr>
            <a:r>
              <a:rPr sz="900" dirty="0">
                <a:latin typeface="Times New Roman"/>
                <a:cs typeface="Times New Roman"/>
              </a:rPr>
              <a:t>Comments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Per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Day</a:t>
            </a:r>
            <a:endParaRPr sz="900" dirty="0">
              <a:latin typeface="Times New Roman"/>
              <a:cs typeface="Times New Roman"/>
            </a:endParaRPr>
          </a:p>
          <a:p>
            <a:pPr marL="112395" indent="-99695">
              <a:lnSpc>
                <a:spcPts val="1000"/>
              </a:lnSpc>
              <a:buChar char="•"/>
              <a:tabLst>
                <a:tab pos="112395" algn="l"/>
              </a:tabLst>
            </a:pPr>
            <a:r>
              <a:rPr sz="900" dirty="0">
                <a:latin typeface="Times New Roman"/>
                <a:cs typeface="Times New Roman"/>
              </a:rPr>
              <a:t>Shares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Per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Day</a:t>
            </a:r>
            <a:endParaRPr sz="900" dirty="0">
              <a:latin typeface="Times New Roman"/>
              <a:cs typeface="Times New Roman"/>
            </a:endParaRPr>
          </a:p>
          <a:p>
            <a:pPr marL="112395" indent="-99695">
              <a:lnSpc>
                <a:spcPts val="1000"/>
              </a:lnSpc>
              <a:buChar char="•"/>
              <a:tabLst>
                <a:tab pos="112395" algn="l"/>
              </a:tabLst>
            </a:pPr>
            <a:r>
              <a:rPr sz="900" dirty="0">
                <a:latin typeface="Times New Roman"/>
                <a:cs typeface="Times New Roman"/>
              </a:rPr>
              <a:t>Most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Used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Platform</a:t>
            </a:r>
            <a:endParaRPr sz="900" dirty="0">
              <a:latin typeface="Times New Roman"/>
              <a:cs typeface="Times New Roman"/>
            </a:endParaRPr>
          </a:p>
          <a:p>
            <a:pPr marL="112395" indent="-99695">
              <a:lnSpc>
                <a:spcPts val="1000"/>
              </a:lnSpc>
              <a:buChar char="•"/>
              <a:tabLst>
                <a:tab pos="112395" algn="l"/>
              </a:tabLst>
            </a:pPr>
            <a:r>
              <a:rPr sz="900" dirty="0">
                <a:latin typeface="Times New Roman"/>
                <a:cs typeface="Times New Roman"/>
              </a:rPr>
              <a:t>Engagement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Level</a:t>
            </a:r>
            <a:endParaRPr sz="900" dirty="0">
              <a:latin typeface="Times New Roman"/>
              <a:cs typeface="Times New Roman"/>
            </a:endParaRPr>
          </a:p>
          <a:p>
            <a:pPr marL="112395" indent="-99695">
              <a:lnSpc>
                <a:spcPts val="1000"/>
              </a:lnSpc>
              <a:buChar char="•"/>
              <a:tabLst>
                <a:tab pos="112395" algn="l"/>
              </a:tabLst>
            </a:pPr>
            <a:r>
              <a:rPr sz="900" dirty="0">
                <a:latin typeface="Times New Roman"/>
                <a:cs typeface="Times New Roman"/>
              </a:rPr>
              <a:t>Sleep</a:t>
            </a:r>
            <a:r>
              <a:rPr sz="900" spc="-10" dirty="0">
                <a:latin typeface="Times New Roman"/>
                <a:cs typeface="Times New Roman"/>
              </a:rPr>
              <a:t> Duration</a:t>
            </a:r>
            <a:endParaRPr sz="900" dirty="0">
              <a:latin typeface="Times New Roman"/>
              <a:cs typeface="Times New Roman"/>
            </a:endParaRPr>
          </a:p>
          <a:p>
            <a:pPr marL="112395" indent="-99695">
              <a:lnSpc>
                <a:spcPts val="1000"/>
              </a:lnSpc>
              <a:buChar char="•"/>
              <a:tabLst>
                <a:tab pos="112395" algn="l"/>
              </a:tabLst>
            </a:pPr>
            <a:r>
              <a:rPr sz="900" dirty="0">
                <a:latin typeface="Times New Roman"/>
                <a:cs typeface="Times New Roman"/>
              </a:rPr>
              <a:t>Usage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Frequency</a:t>
            </a:r>
            <a:endParaRPr sz="900" dirty="0">
              <a:latin typeface="Times New Roman"/>
              <a:cs typeface="Times New Roman"/>
            </a:endParaRPr>
          </a:p>
          <a:p>
            <a:pPr marL="112395" indent="-99695">
              <a:lnSpc>
                <a:spcPts val="1040"/>
              </a:lnSpc>
              <a:buChar char="•"/>
              <a:tabLst>
                <a:tab pos="112395" algn="l"/>
              </a:tabLst>
            </a:pPr>
            <a:r>
              <a:rPr sz="900" dirty="0">
                <a:latin typeface="Times New Roman"/>
                <a:cs typeface="Times New Roman"/>
              </a:rPr>
              <a:t>Likes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Per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Day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1668759" y="1389174"/>
            <a:ext cx="1680845" cy="1160574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R="138430" algn="ctr">
              <a:lnSpc>
                <a:spcPct val="100000"/>
              </a:lnSpc>
              <a:spcBef>
                <a:spcPts val="550"/>
              </a:spcBef>
            </a:pPr>
            <a:r>
              <a:rPr sz="1000" b="1" spc="-20" dirty="0">
                <a:solidFill>
                  <a:srgbClr val="5B2A91"/>
                </a:solidFill>
                <a:latin typeface="Arial"/>
                <a:cs typeface="Arial"/>
              </a:rPr>
              <a:t>DATA</a:t>
            </a:r>
            <a:endParaRPr sz="1000" dirty="0">
              <a:latin typeface="Arial"/>
              <a:cs typeface="Arial"/>
            </a:endParaRPr>
          </a:p>
          <a:p>
            <a:pPr marL="112395" indent="-99695">
              <a:lnSpc>
                <a:spcPts val="1150"/>
              </a:lnSpc>
              <a:spcBef>
                <a:spcPts val="450"/>
              </a:spcBef>
              <a:buChar char="•"/>
              <a:tabLst>
                <a:tab pos="112395" algn="l"/>
              </a:tabLst>
            </a:pPr>
            <a:r>
              <a:rPr sz="1000" dirty="0">
                <a:latin typeface="Times New Roman"/>
                <a:cs typeface="Times New Roman"/>
              </a:rPr>
              <a:t>10,000</a:t>
            </a:r>
            <a:r>
              <a:rPr sz="1000" spc="-10" dirty="0">
                <a:latin typeface="Times New Roman"/>
                <a:cs typeface="Times New Roman"/>
              </a:rPr>
              <a:t> Users</a:t>
            </a:r>
            <a:endParaRPr sz="1000" dirty="0">
              <a:latin typeface="Times New Roman"/>
              <a:cs typeface="Times New Roman"/>
            </a:endParaRPr>
          </a:p>
          <a:p>
            <a:pPr marL="112395" indent="-99695">
              <a:lnSpc>
                <a:spcPts val="1100"/>
              </a:lnSpc>
              <a:buChar char="•"/>
              <a:tabLst>
                <a:tab pos="112395" algn="l"/>
              </a:tabLst>
            </a:pPr>
            <a:r>
              <a:rPr sz="1000" dirty="0">
                <a:latin typeface="Times New Roman"/>
                <a:cs typeface="Times New Roman"/>
              </a:rPr>
              <a:t>14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Variables</a:t>
            </a:r>
            <a:endParaRPr sz="1000" dirty="0">
              <a:latin typeface="Times New Roman"/>
              <a:cs typeface="Times New Roman"/>
            </a:endParaRPr>
          </a:p>
          <a:p>
            <a:pPr marL="112395" indent="-99695">
              <a:lnSpc>
                <a:spcPts val="1100"/>
              </a:lnSpc>
              <a:buChar char="•"/>
              <a:tabLst>
                <a:tab pos="112395" algn="l"/>
              </a:tabLst>
            </a:pPr>
            <a:r>
              <a:rPr sz="1000" dirty="0">
                <a:latin typeface="Times New Roman"/>
                <a:cs typeface="Times New Roman"/>
              </a:rPr>
              <a:t>Numerical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&amp;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Categorical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Data</a:t>
            </a:r>
            <a:endParaRPr sz="1000" dirty="0">
              <a:latin typeface="Times New Roman"/>
              <a:cs typeface="Times New Roman"/>
            </a:endParaRPr>
          </a:p>
          <a:p>
            <a:pPr marL="112395" marR="382270" indent="-100330">
              <a:lnSpc>
                <a:spcPts val="1100"/>
              </a:lnSpc>
              <a:spcBef>
                <a:spcPts val="70"/>
              </a:spcBef>
              <a:buChar char="•"/>
              <a:tabLst>
                <a:tab pos="112395" algn="l"/>
              </a:tabLst>
            </a:pPr>
            <a:r>
              <a:rPr sz="1000" dirty="0">
                <a:latin typeface="Times New Roman"/>
                <a:cs typeface="Times New Roman"/>
              </a:rPr>
              <a:t>Usage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engagement information</a:t>
            </a:r>
            <a:endParaRPr sz="1000" dirty="0">
              <a:latin typeface="Times New Roman"/>
              <a:cs typeface="Times New Roman"/>
            </a:endParaRPr>
          </a:p>
          <a:p>
            <a:pPr marL="112395" indent="-99695">
              <a:lnSpc>
                <a:spcPts val="1080"/>
              </a:lnSpc>
              <a:buChar char="•"/>
              <a:tabLst>
                <a:tab pos="112395" algn="l"/>
              </a:tabLst>
            </a:pPr>
            <a:r>
              <a:rPr sz="1000" dirty="0">
                <a:latin typeface="Times New Roman"/>
                <a:cs typeface="Times New Roman"/>
              </a:rPr>
              <a:t>Demographic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information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93039" y="7700743"/>
            <a:ext cx="4253865" cy="1389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325120" indent="-120650">
              <a:lnSpc>
                <a:spcPct val="124300"/>
              </a:lnSpc>
              <a:spcBef>
                <a:spcPts val="100"/>
              </a:spcBef>
              <a:buChar char="•"/>
              <a:tabLst>
                <a:tab pos="132715" algn="l"/>
              </a:tabLst>
            </a:pP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cleaning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improves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quality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reliability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social </a:t>
            </a:r>
            <a:r>
              <a:rPr sz="1200" b="1" dirty="0">
                <a:latin typeface="Times New Roman"/>
                <a:cs typeface="Times New Roman"/>
              </a:rPr>
              <a:t>media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  <a:p>
            <a:pPr marL="132715" indent="-120014">
              <a:lnSpc>
                <a:spcPct val="100000"/>
              </a:lnSpc>
              <a:spcBef>
                <a:spcPts val="350"/>
              </a:spcBef>
              <a:buChar char="•"/>
              <a:tabLst>
                <a:tab pos="13271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Visualization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makes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usage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patterns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easier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understand.</a:t>
            </a:r>
            <a:endParaRPr sz="1200">
              <a:latin typeface="Times New Roman"/>
              <a:cs typeface="Times New Roman"/>
            </a:endParaRPr>
          </a:p>
          <a:p>
            <a:pPr marL="132715" indent="-120014">
              <a:lnSpc>
                <a:spcPct val="100000"/>
              </a:lnSpc>
              <a:spcBef>
                <a:spcPts val="350"/>
              </a:spcBef>
              <a:buChar char="•"/>
              <a:tabLst>
                <a:tab pos="132715" algn="l"/>
              </a:tabLst>
            </a:pPr>
            <a:r>
              <a:rPr sz="1200" b="1" dirty="0">
                <a:latin typeface="Times New Roman"/>
                <a:cs typeface="Times New Roman"/>
              </a:rPr>
              <a:t>Different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platforms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show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different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levels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user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engagement.</a:t>
            </a:r>
            <a:endParaRPr sz="1200">
              <a:latin typeface="Times New Roman"/>
              <a:cs typeface="Times New Roman"/>
            </a:endParaRPr>
          </a:p>
          <a:p>
            <a:pPr marL="132715" marR="5080" indent="-120650">
              <a:lnSpc>
                <a:spcPct val="124300"/>
              </a:lnSpc>
              <a:buChar char="•"/>
              <a:tabLst>
                <a:tab pos="132715" algn="l"/>
              </a:tabLst>
            </a:pPr>
            <a:r>
              <a:rPr sz="1200" b="1" dirty="0">
                <a:latin typeface="Times New Roman"/>
                <a:cs typeface="Times New Roman"/>
              </a:rPr>
              <a:t>Usage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time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engagement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reveal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meaningful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behavioural patterns.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5215635" y="7698730"/>
            <a:ext cx="3658235" cy="1305614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50"/>
              </a:spcBef>
              <a:buFont typeface="Arial" pitchFamily="34" charset="0"/>
              <a:buChar char="•"/>
              <a:tabLst>
                <a:tab pos="112395" algn="l"/>
              </a:tabLst>
            </a:pPr>
            <a:r>
              <a:rPr lang="en-US" sz="1000" b="1" dirty="0" smtClean="0"/>
              <a:t>Real-Time Monitoring: Develop real-time dashboards to track social media usage patterns </a:t>
            </a:r>
            <a:r>
              <a:rPr lang="en-US" sz="1200" b="1" dirty="0" smtClean="0"/>
              <a:t>.</a:t>
            </a:r>
            <a:r>
              <a:rPr lang="en-US" sz="1200" b="1" dirty="0">
                <a:latin typeface="Times New Roman"/>
                <a:cs typeface="Times New Roman"/>
              </a:rPr>
              <a:t> </a:t>
            </a:r>
            <a:r>
              <a:rPr sz="1200" b="1" dirty="0" smtClean="0">
                <a:latin typeface="Times New Roman"/>
                <a:cs typeface="Times New Roman"/>
              </a:rPr>
              <a:t>Analyze</a:t>
            </a:r>
            <a:r>
              <a:rPr sz="1200" b="1" spc="-40" dirty="0" smtClean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usage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trends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over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time.</a:t>
            </a:r>
            <a:endParaRPr sz="1200" b="1" dirty="0">
              <a:latin typeface="Times New Roman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350"/>
              </a:spcBef>
              <a:buFont typeface="Arial" pitchFamily="34" charset="0"/>
              <a:buChar char="•"/>
              <a:tabLst>
                <a:tab pos="112395" algn="l"/>
              </a:tabLst>
            </a:pPr>
            <a:r>
              <a:rPr sz="1200" b="1" dirty="0">
                <a:latin typeface="Times New Roman"/>
                <a:cs typeface="Times New Roman"/>
              </a:rPr>
              <a:t>Apply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machine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learning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predict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behaviour.</a:t>
            </a:r>
            <a:endParaRPr sz="1200" b="1" dirty="0">
              <a:latin typeface="Times New Roman"/>
              <a:cs typeface="Times New Roman"/>
            </a:endParaRPr>
          </a:p>
          <a:p>
            <a:pPr marL="183515" marR="5080" indent="-171450">
              <a:lnSpc>
                <a:spcPct val="124300"/>
              </a:lnSpc>
              <a:buFont typeface="Arial" pitchFamily="34" charset="0"/>
              <a:buChar char="•"/>
              <a:tabLst>
                <a:tab pos="112395" algn="l"/>
              </a:tabLst>
            </a:pPr>
            <a:r>
              <a:rPr sz="1200" b="1" dirty="0">
                <a:latin typeface="Times New Roman"/>
                <a:cs typeface="Times New Roman"/>
              </a:rPr>
              <a:t>Study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relationship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between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social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media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usage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and </a:t>
            </a:r>
            <a:r>
              <a:rPr sz="1200" b="1" spc="-10" dirty="0">
                <a:latin typeface="Times New Roman"/>
                <a:cs typeface="Times New Roman"/>
              </a:rPr>
              <a:t>productivity.</a:t>
            </a:r>
            <a:endParaRPr sz="1200" b="1" dirty="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9939019" y="7841977"/>
            <a:ext cx="3683635" cy="1160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 indent="-99695">
              <a:lnSpc>
                <a:spcPct val="100000"/>
              </a:lnSpc>
              <a:spcBef>
                <a:spcPts val="100"/>
              </a:spcBef>
              <a:buChar char="•"/>
              <a:tabLst>
                <a:tab pos="112395" algn="l"/>
              </a:tabLst>
            </a:pPr>
            <a:r>
              <a:rPr sz="1200" b="1" dirty="0">
                <a:latin typeface="Times New Roman"/>
                <a:cs typeface="Times New Roman"/>
              </a:rPr>
              <a:t>10,000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Users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|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14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Variables</a:t>
            </a:r>
            <a:endParaRPr sz="1200">
              <a:latin typeface="Times New Roman"/>
              <a:cs typeface="Times New Roman"/>
            </a:endParaRPr>
          </a:p>
          <a:p>
            <a:pPr marL="112395" marR="166370" indent="-100330">
              <a:lnSpc>
                <a:spcPct val="104200"/>
              </a:lnSpc>
              <a:buChar char="•"/>
              <a:tabLst>
                <a:tab pos="112395" algn="l"/>
              </a:tabLst>
            </a:pP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cleaning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improves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accuracy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social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media analysis.</a:t>
            </a:r>
            <a:endParaRPr sz="1200">
              <a:latin typeface="Times New Roman"/>
              <a:cs typeface="Times New Roman"/>
            </a:endParaRPr>
          </a:p>
          <a:p>
            <a:pPr marL="112395" indent="-99695">
              <a:lnSpc>
                <a:spcPct val="100000"/>
              </a:lnSpc>
              <a:spcBef>
                <a:spcPts val="60"/>
              </a:spcBef>
              <a:buChar char="•"/>
              <a:tabLst>
                <a:tab pos="112395" algn="l"/>
              </a:tabLst>
            </a:pPr>
            <a:r>
              <a:rPr sz="1200" b="1" dirty="0">
                <a:latin typeface="Times New Roman"/>
                <a:cs typeface="Times New Roman"/>
              </a:rPr>
              <a:t>Daily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usage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time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identifies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activity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patterns.</a:t>
            </a:r>
            <a:endParaRPr sz="1200">
              <a:latin typeface="Times New Roman"/>
              <a:cs typeface="Times New Roman"/>
            </a:endParaRPr>
          </a:p>
          <a:p>
            <a:pPr marL="112395" indent="-99695">
              <a:lnSpc>
                <a:spcPct val="100000"/>
              </a:lnSpc>
              <a:spcBef>
                <a:spcPts val="60"/>
              </a:spcBef>
              <a:buChar char="•"/>
              <a:tabLst>
                <a:tab pos="112395" algn="l"/>
              </a:tabLst>
            </a:pPr>
            <a:r>
              <a:rPr sz="1200" b="1" dirty="0">
                <a:latin typeface="Times New Roman"/>
                <a:cs typeface="Times New Roman"/>
              </a:rPr>
              <a:t>Popular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platforms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show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higher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engagement.</a:t>
            </a:r>
            <a:endParaRPr sz="1200">
              <a:latin typeface="Times New Roman"/>
              <a:cs typeface="Times New Roman"/>
            </a:endParaRPr>
          </a:p>
          <a:p>
            <a:pPr marL="112395" indent="-99695">
              <a:lnSpc>
                <a:spcPct val="100000"/>
              </a:lnSpc>
              <a:spcBef>
                <a:spcPts val="60"/>
              </a:spcBef>
              <a:buChar char="•"/>
              <a:tabLst>
                <a:tab pos="11239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Visualization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makes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usage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trends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easier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understand.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972853" y="556257"/>
            <a:ext cx="11501120" cy="382270"/>
            <a:chOff x="972853" y="556257"/>
            <a:chExt cx="11501120" cy="382270"/>
          </a:xfrm>
        </p:grpSpPr>
        <p:pic>
          <p:nvPicPr>
            <p:cNvPr id="114" name="object 11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2853" y="556257"/>
              <a:ext cx="11501052" cy="381988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5716" y="579119"/>
              <a:ext cx="11415328" cy="296263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1015716" y="579120"/>
              <a:ext cx="11415395" cy="296545"/>
            </a:xfrm>
            <a:custGeom>
              <a:avLst/>
              <a:gdLst/>
              <a:ahLst/>
              <a:cxnLst/>
              <a:rect l="l" t="t" r="r" b="b"/>
              <a:pathLst>
                <a:path w="11415395" h="296544">
                  <a:moveTo>
                    <a:pt x="49378" y="0"/>
                  </a:moveTo>
                  <a:lnTo>
                    <a:pt x="11365950" y="0"/>
                  </a:lnTo>
                  <a:lnTo>
                    <a:pt x="11385170" y="3880"/>
                  </a:lnTo>
                  <a:lnTo>
                    <a:pt x="11400865" y="14462"/>
                  </a:lnTo>
                  <a:lnTo>
                    <a:pt x="11411447" y="30157"/>
                  </a:lnTo>
                  <a:lnTo>
                    <a:pt x="11415327" y="49378"/>
                  </a:lnTo>
                  <a:lnTo>
                    <a:pt x="11415327" y="246884"/>
                  </a:lnTo>
                  <a:lnTo>
                    <a:pt x="11411447" y="266105"/>
                  </a:lnTo>
                  <a:lnTo>
                    <a:pt x="11400865" y="281800"/>
                  </a:lnTo>
                  <a:lnTo>
                    <a:pt x="11385170" y="292382"/>
                  </a:lnTo>
                  <a:lnTo>
                    <a:pt x="11365950" y="296263"/>
                  </a:lnTo>
                  <a:lnTo>
                    <a:pt x="49378" y="296263"/>
                  </a:lnTo>
                  <a:lnTo>
                    <a:pt x="30157" y="292382"/>
                  </a:lnTo>
                  <a:lnTo>
                    <a:pt x="14462" y="281800"/>
                  </a:lnTo>
                  <a:lnTo>
                    <a:pt x="3880" y="266105"/>
                  </a:lnTo>
                  <a:lnTo>
                    <a:pt x="0" y="246884"/>
                  </a:lnTo>
                  <a:lnTo>
                    <a:pt x="0" y="49378"/>
                  </a:lnTo>
                  <a:lnTo>
                    <a:pt x="3880" y="30157"/>
                  </a:lnTo>
                  <a:lnTo>
                    <a:pt x="14462" y="14462"/>
                  </a:lnTo>
                  <a:lnTo>
                    <a:pt x="30157" y="3880"/>
                  </a:lnTo>
                  <a:lnTo>
                    <a:pt x="49378" y="0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1015716" y="579119"/>
            <a:ext cx="11415395" cy="246862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Times New Roman"/>
                <a:cs typeface="Times New Roman"/>
              </a:rPr>
              <a:t>Name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: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lang="en-IN" sz="1600" b="1" dirty="0" err="1" smtClean="0">
                <a:latin typeface="Times New Roman"/>
                <a:cs typeface="Times New Roman"/>
              </a:rPr>
              <a:t>Purna</a:t>
            </a:r>
            <a:r>
              <a:rPr lang="en-IN" sz="1600" b="1" dirty="0" smtClean="0">
                <a:latin typeface="Times New Roman"/>
                <a:cs typeface="Times New Roman"/>
              </a:rPr>
              <a:t> </a:t>
            </a:r>
            <a:r>
              <a:rPr lang="en-IN" sz="1600" b="1" dirty="0" err="1" smtClean="0">
                <a:latin typeface="Times New Roman"/>
                <a:cs typeface="Times New Roman"/>
              </a:rPr>
              <a:t>Kishor</a:t>
            </a:r>
            <a:r>
              <a:rPr lang="en-IN" sz="1600" b="1" dirty="0" smtClean="0">
                <a:latin typeface="Times New Roman"/>
                <a:cs typeface="Times New Roman"/>
              </a:rPr>
              <a:t> R</a:t>
            </a:r>
            <a:r>
              <a:rPr sz="1600" b="1" dirty="0" smtClean="0">
                <a:latin typeface="Times New Roman"/>
                <a:cs typeface="Times New Roman"/>
              </a:rPr>
              <a:t>eddy</a:t>
            </a:r>
            <a:r>
              <a:rPr sz="1600" b="1" spc="-15" dirty="0" smtClean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|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Reg.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No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: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 smtClean="0">
                <a:latin typeface="Times New Roman"/>
                <a:cs typeface="Times New Roman"/>
              </a:rPr>
              <a:t>192472</a:t>
            </a:r>
            <a:r>
              <a:rPr lang="en-IN" sz="1600" b="1" dirty="0" smtClean="0">
                <a:latin typeface="Times New Roman"/>
                <a:cs typeface="Times New Roman"/>
              </a:rPr>
              <a:t>171</a:t>
            </a:r>
            <a:r>
              <a:rPr sz="1600" b="1" spc="365" dirty="0" smtClean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||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Course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Name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: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Fundamentals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Science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||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Course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Code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: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 smtClean="0">
                <a:latin typeface="Times New Roman"/>
                <a:cs typeface="Times New Roman"/>
              </a:rPr>
              <a:t>DSA040</a:t>
            </a:r>
            <a:r>
              <a:rPr lang="en-IN" sz="1600" b="1" spc="-10" dirty="0" smtClean="0">
                <a:latin typeface="Times New Roman"/>
                <a:cs typeface="Times New Roman"/>
              </a:rPr>
              <a:t>5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118" name="object 1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603516" y="3417276"/>
            <a:ext cx="9112483" cy="3924115"/>
          </a:xfrm>
          <a:prstGeom prst="rect">
            <a:avLst/>
          </a:prstGeom>
        </p:spPr>
      </p:pic>
      <p:grpSp>
        <p:nvGrpSpPr>
          <p:cNvPr id="119" name="object 119"/>
          <p:cNvGrpSpPr/>
          <p:nvPr/>
        </p:nvGrpSpPr>
        <p:grpSpPr>
          <a:xfrm>
            <a:off x="78211" y="0"/>
            <a:ext cx="13559790" cy="944244"/>
            <a:chOff x="78211" y="0"/>
            <a:chExt cx="13559790" cy="944244"/>
          </a:xfrm>
        </p:grpSpPr>
        <p:pic>
          <p:nvPicPr>
            <p:cNvPr id="120" name="object 1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565160" y="0"/>
              <a:ext cx="1072371" cy="944100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211" y="49178"/>
              <a:ext cx="723077" cy="8676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323</Words>
  <Application>Microsoft Office PowerPoint</Application>
  <PresentationFormat>Custom</PresentationFormat>
  <Paragraphs>67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Data Cleaning and Visualization of Social Media Usage Patterns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FODS CO3 AT-1.poster.</dc:title>
  <dc:creator>Purna Bhavanam</dc:creator>
  <cp:lastModifiedBy>Purna Bhavanam</cp:lastModifiedBy>
  <cp:revision>3</cp:revision>
  <dcterms:created xsi:type="dcterms:W3CDTF">2026-08-18T08:14:20Z</dcterms:created>
  <dcterms:modified xsi:type="dcterms:W3CDTF">2026-08-18T08:32:43Z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2026-08-17T00:00:00Z</vt:filetime>
  </property>
  <property fmtid="{D5CDD505-2E9C-101B-9397-08002B2CF9AE}" pid="4" name="Creator">
    <vt:lpwstr>Keynote</vt:lpwstr>
  </property>
  <property fmtid="{D5CDD505-2E9C-101B-9397-08002B2CF9AE}" pid="5" name="LastSaved">
    <vt:filetime>2026-08-18T00:00:00Z</vt:filetime>
  </property>
  <property fmtid="{D5CDD505-2E9C-101B-9397-08002B2CF9AE}" pid="6" name="Producer">
    <vt:lpwstr>macOS Version 26.5.2 (Build 25F84) Quartz PDFContext</vt:lpwstr>
  </property>
</Properties>
</file>